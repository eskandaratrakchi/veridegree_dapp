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5119350" cy="21383625"/>
  <p:notesSz cx="20931188" cy="29814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47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71B6E1"/>
    <a:srgbClr val="11223C"/>
    <a:srgbClr val="FFCC00"/>
    <a:srgbClr val="FF0066"/>
    <a:srgbClr val="990033"/>
    <a:srgbClr val="CC3300"/>
    <a:srgbClr val="CC0000"/>
    <a:srgbClr val="FF00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84" autoAdjust="0"/>
    <p:restoredTop sz="99115" autoAdjust="0"/>
  </p:normalViewPr>
  <p:slideViewPr>
    <p:cSldViewPr snapToGrid="0">
      <p:cViewPr>
        <p:scale>
          <a:sx n="50" d="100"/>
          <a:sy n="50" d="100"/>
        </p:scale>
        <p:origin x="1814" y="48"/>
      </p:cViewPr>
      <p:guideLst>
        <p:guide orient="horz" pos="6735"/>
        <p:guide pos="47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9066303" cy="149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89638" tIns="144818" rIns="289638" bIns="144818" numCol="1" anchor="t" anchorCtr="0" compatLnSpc="1">
            <a:prstTxWarp prst="textNoShape">
              <a:avLst/>
            </a:prstTxWarp>
          </a:bodyPr>
          <a:lstStyle>
            <a:lvl1pPr defTabSz="2896293">
              <a:defRPr sz="41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1864885" y="0"/>
            <a:ext cx="9066303" cy="149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89638" tIns="144818" rIns="289638" bIns="144818" numCol="1" anchor="t" anchorCtr="0" compatLnSpc="1">
            <a:prstTxWarp prst="textNoShape">
              <a:avLst/>
            </a:prstTxWarp>
          </a:bodyPr>
          <a:lstStyle>
            <a:lvl1pPr algn="r" defTabSz="2896293">
              <a:defRPr sz="41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28323434"/>
            <a:ext cx="9066303" cy="149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89638" tIns="144818" rIns="289638" bIns="144818" numCol="1" anchor="b" anchorCtr="0" compatLnSpc="1">
            <a:prstTxWarp prst="textNoShape">
              <a:avLst/>
            </a:prstTxWarp>
          </a:bodyPr>
          <a:lstStyle>
            <a:lvl1pPr defTabSz="2896293">
              <a:defRPr sz="41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1864885" y="28323434"/>
            <a:ext cx="9066303" cy="149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89638" tIns="144818" rIns="289638" bIns="144818" numCol="1" anchor="b" anchorCtr="0" compatLnSpc="1">
            <a:prstTxWarp prst="textNoShape">
              <a:avLst/>
            </a:prstTxWarp>
          </a:bodyPr>
          <a:lstStyle>
            <a:lvl1pPr algn="r" defTabSz="2896293">
              <a:defRPr sz="4100"/>
            </a:lvl1pPr>
          </a:lstStyle>
          <a:p>
            <a:pPr>
              <a:defRPr/>
            </a:pPr>
            <a:fld id="{648A7A0A-DDFF-4C5C-9686-C8984E5AE53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79381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9066303" cy="149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89638" tIns="144818" rIns="289638" bIns="144818" numCol="1" anchor="t" anchorCtr="0" compatLnSpc="1">
            <a:prstTxWarp prst="textNoShape">
              <a:avLst/>
            </a:prstTxWarp>
          </a:bodyPr>
          <a:lstStyle>
            <a:lvl1pPr defTabSz="2896293">
              <a:defRPr sz="4100"/>
            </a:lvl1pPr>
          </a:lstStyle>
          <a:p>
            <a:pPr>
              <a:defRPr/>
            </a:pPr>
            <a:endParaRPr lang="en-IE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1855191" y="0"/>
            <a:ext cx="9071150" cy="149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89638" tIns="144818" rIns="289638" bIns="144818" numCol="1" anchor="t" anchorCtr="0" compatLnSpc="1">
            <a:prstTxWarp prst="textNoShape">
              <a:avLst/>
            </a:prstTxWarp>
          </a:bodyPr>
          <a:lstStyle>
            <a:lvl1pPr algn="r" defTabSz="2896293">
              <a:defRPr sz="4100"/>
            </a:lvl1pPr>
          </a:lstStyle>
          <a:p>
            <a:pPr>
              <a:defRPr/>
            </a:pPr>
            <a:endParaRPr lang="en-IE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513513" y="2243138"/>
            <a:ext cx="7899400" cy="11172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095710" y="14160891"/>
            <a:ext cx="16744626" cy="13414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89638" tIns="144818" rIns="289638" bIns="1448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  <a:p>
            <a:pPr lvl="2"/>
            <a:r>
              <a:rPr lang="en-IE" noProof="0"/>
              <a:t>Third level</a:t>
            </a:r>
          </a:p>
          <a:p>
            <a:pPr lvl="3"/>
            <a:r>
              <a:rPr lang="en-IE" noProof="0"/>
              <a:t>Fourth level</a:t>
            </a:r>
          </a:p>
          <a:p>
            <a:pPr lvl="4"/>
            <a:r>
              <a:rPr lang="en-IE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28318467"/>
            <a:ext cx="9066303" cy="149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89638" tIns="144818" rIns="289638" bIns="144818" numCol="1" anchor="b" anchorCtr="0" compatLnSpc="1">
            <a:prstTxWarp prst="textNoShape">
              <a:avLst/>
            </a:prstTxWarp>
          </a:bodyPr>
          <a:lstStyle>
            <a:lvl1pPr defTabSz="2896293">
              <a:defRPr sz="4100"/>
            </a:lvl1pPr>
          </a:lstStyle>
          <a:p>
            <a:pPr>
              <a:defRPr/>
            </a:pPr>
            <a:endParaRPr lang="en-IE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1855191" y="28318467"/>
            <a:ext cx="9071150" cy="149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89638" tIns="144818" rIns="289638" bIns="144818" numCol="1" anchor="b" anchorCtr="0" compatLnSpc="1">
            <a:prstTxWarp prst="textNoShape">
              <a:avLst/>
            </a:prstTxWarp>
          </a:bodyPr>
          <a:lstStyle>
            <a:lvl1pPr algn="r" defTabSz="2896293">
              <a:defRPr sz="4100"/>
            </a:lvl1pPr>
          </a:lstStyle>
          <a:p>
            <a:pPr>
              <a:defRPr/>
            </a:pPr>
            <a:fld id="{E95AF864-A82A-4668-8EB0-8BEC5FCA0CDE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9764855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4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610860" algn="l" rtl="0" eaLnBrk="0" fontAlgn="base" hangingPunct="0">
      <a:spcBef>
        <a:spcPct val="30000"/>
      </a:spcBef>
      <a:spcAft>
        <a:spcPct val="0"/>
      </a:spcAft>
      <a:defRPr sz="1604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221720" algn="l" rtl="0" eaLnBrk="0" fontAlgn="base" hangingPunct="0">
      <a:spcBef>
        <a:spcPct val="30000"/>
      </a:spcBef>
      <a:spcAft>
        <a:spcPct val="0"/>
      </a:spcAft>
      <a:defRPr sz="1604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832580" algn="l" rtl="0" eaLnBrk="0" fontAlgn="base" hangingPunct="0">
      <a:spcBef>
        <a:spcPct val="30000"/>
      </a:spcBef>
      <a:spcAft>
        <a:spcPct val="0"/>
      </a:spcAft>
      <a:defRPr sz="1604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443440" algn="l" rtl="0" eaLnBrk="0" fontAlgn="base" hangingPunct="0">
      <a:spcBef>
        <a:spcPct val="30000"/>
      </a:spcBef>
      <a:spcAft>
        <a:spcPct val="0"/>
      </a:spcAft>
      <a:defRPr sz="1604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3054300" algn="l" defTabSz="1221720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6pPr>
    <a:lvl7pPr marL="3665159" algn="l" defTabSz="1221720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7pPr>
    <a:lvl8pPr marL="4276020" algn="l" defTabSz="1221720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8pPr>
    <a:lvl9pPr marL="4886878" algn="l" defTabSz="1221720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2896293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66229" indent="-294706" defTabSz="2896293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178819" indent="-235760" defTabSz="2896293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650346" indent="-235760" defTabSz="2896293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2121872" indent="-235760" defTabSz="2896293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593399" indent="-235760" defTabSz="2896293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3064929" indent="-235760" defTabSz="2896293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536455" indent="-235760" defTabSz="2896293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4007985" indent="-235760" defTabSz="2896293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5E7D94F-0212-434A-A3F3-AE0C0BE07F01}" type="slidenum">
              <a:rPr lang="en-IE" sz="4100"/>
              <a:pPr eaLnBrk="1" hangingPunct="1"/>
              <a:t>1</a:t>
            </a:fld>
            <a:endParaRPr lang="en-IE" sz="4100" dirty="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513513" y="2243138"/>
            <a:ext cx="7899400" cy="11172825"/>
          </a:xfrm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IE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1" y="0"/>
            <a:ext cx="15799197" cy="21368777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121593" y="3642915"/>
            <a:ext cx="10889973" cy="14149162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220" y="6408471"/>
            <a:ext cx="10629255" cy="5645664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7937" spc="-187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220" y="12289791"/>
            <a:ext cx="10629255" cy="415986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976" b="0">
                <a:solidFill>
                  <a:srgbClr val="FFFEFF"/>
                </a:solidFill>
              </a:defRPr>
            </a:lvl1pPr>
            <a:lvl2pPr marL="566985" indent="0" algn="ctr">
              <a:buNone/>
              <a:defRPr sz="2480"/>
            </a:lvl2pPr>
            <a:lvl3pPr marL="1133970" indent="0" algn="ctr">
              <a:buNone/>
              <a:defRPr sz="2232"/>
            </a:lvl3pPr>
            <a:lvl4pPr marL="1700955" indent="0" algn="ctr">
              <a:buNone/>
              <a:defRPr sz="1984"/>
            </a:lvl4pPr>
            <a:lvl5pPr marL="2267941" indent="0" algn="ctr">
              <a:buNone/>
              <a:defRPr sz="1984"/>
            </a:lvl5pPr>
            <a:lvl6pPr marL="2834926" indent="0" algn="ctr">
              <a:buNone/>
              <a:defRPr sz="1984"/>
            </a:lvl6pPr>
            <a:lvl7pPr marL="3401911" indent="0" algn="ctr">
              <a:buNone/>
              <a:defRPr sz="1984"/>
            </a:lvl7pPr>
            <a:lvl8pPr marL="3968896" indent="0" algn="ctr">
              <a:buNone/>
              <a:defRPr sz="1984"/>
            </a:lvl8pPr>
            <a:lvl9pPr marL="4535881" indent="0" algn="ctr">
              <a:buNone/>
              <a:defRPr sz="198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58355" y="997902"/>
            <a:ext cx="4535805" cy="997903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58354" y="19416331"/>
            <a:ext cx="12987522" cy="997903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911925" y="997902"/>
            <a:ext cx="1133951" cy="997903"/>
          </a:xfrm>
        </p:spPr>
        <p:txBody>
          <a:bodyPr/>
          <a:lstStyle/>
          <a:p>
            <a:pPr>
              <a:defRPr/>
            </a:pPr>
            <a:fld id="{BDA48930-C9FB-407B-A8A7-DD510EEEBF6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1753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473266" y="2"/>
            <a:ext cx="15578617" cy="21383628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1058355" y="5299415"/>
            <a:ext cx="5434222" cy="10820965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683" y="7327194"/>
            <a:ext cx="5145685" cy="7685857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1216" y="2504379"/>
            <a:ext cx="6765033" cy="16365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F83949-5D3C-4274-A33B-89FC3BFCC236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8389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1" y="0"/>
            <a:ext cx="15799197" cy="21368777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3974081" y="3613521"/>
            <a:ext cx="7139171" cy="14149162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9203" y="6325995"/>
            <a:ext cx="6883325" cy="5401950"/>
          </a:xfrm>
        </p:spPr>
        <p:txBody>
          <a:bodyPr bIns="0" anchor="b">
            <a:normAutofit/>
          </a:bodyPr>
          <a:lstStyle>
            <a:lvl1pPr algn="ctr">
              <a:defRPr sz="595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9203" y="11983743"/>
            <a:ext cx="6883325" cy="4446650"/>
          </a:xfrm>
        </p:spPr>
        <p:txBody>
          <a:bodyPr tIns="0">
            <a:normAutofit/>
          </a:bodyPr>
          <a:lstStyle>
            <a:lvl1pPr marL="0" indent="0" algn="ctr">
              <a:buNone/>
              <a:defRPr sz="2646">
                <a:solidFill>
                  <a:srgbClr val="FFFEFF"/>
                </a:solidFill>
              </a:defRPr>
            </a:lvl1pPr>
            <a:lvl2pPr marL="566985" indent="0">
              <a:buNone/>
              <a:defRPr sz="2480">
                <a:solidFill>
                  <a:schemeClr val="tx1">
                    <a:tint val="75000"/>
                  </a:schemeClr>
                </a:solidFill>
              </a:defRPr>
            </a:lvl2pPr>
            <a:lvl3pPr marL="1133970" indent="0">
              <a:buNone/>
              <a:defRPr sz="2232">
                <a:solidFill>
                  <a:schemeClr val="tx1">
                    <a:tint val="75000"/>
                  </a:schemeClr>
                </a:solidFill>
              </a:defRPr>
            </a:lvl3pPr>
            <a:lvl4pPr marL="1700955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4pPr>
            <a:lvl5pPr marL="2267941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5pPr>
            <a:lvl6pPr marL="2834926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6pPr>
            <a:lvl7pPr marL="3401911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7pPr>
            <a:lvl8pPr marL="3968896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8pPr>
            <a:lvl9pPr marL="4535881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58355" y="997902"/>
            <a:ext cx="4535805" cy="997903"/>
          </a:xfr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58354" y="19416331"/>
            <a:ext cx="12987522" cy="997903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911925" y="997902"/>
            <a:ext cx="1133951" cy="997903"/>
          </a:xfrm>
        </p:spPr>
        <p:txBody>
          <a:bodyPr/>
          <a:lstStyle/>
          <a:p>
            <a:pPr>
              <a:defRPr/>
            </a:pPr>
            <a:fld id="{DFB8D1C8-8C22-4488-AC77-A1C2BF56B4B8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059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473266" y="2"/>
            <a:ext cx="15578617" cy="21383628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1058355" y="5299415"/>
            <a:ext cx="5434222" cy="10820965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421" y="7343233"/>
            <a:ext cx="5162410" cy="766981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3331" y="2507007"/>
            <a:ext cx="6765469" cy="76683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08815" y="11178554"/>
            <a:ext cx="6769983" cy="7703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58355" y="997902"/>
            <a:ext cx="4535805" cy="997903"/>
          </a:xfr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58354" y="19416331"/>
            <a:ext cx="12987522" cy="997903"/>
          </a:xfr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2911925" y="997902"/>
            <a:ext cx="1133951" cy="997903"/>
          </a:xfrm>
        </p:spPr>
        <p:txBody>
          <a:bodyPr/>
          <a:lstStyle/>
          <a:p>
            <a:pPr>
              <a:defRPr/>
            </a:pPr>
            <a:fld id="{591F80C8-5493-452F-8EAC-FBF3D2348712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7056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473266" y="2"/>
            <a:ext cx="15578617" cy="21383628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1058355" y="5299415"/>
            <a:ext cx="5434222" cy="10820965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421" y="7345665"/>
            <a:ext cx="5162410" cy="7667386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82253" y="2501304"/>
            <a:ext cx="6291665" cy="2138363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976" b="0" cap="all" baseline="0">
                <a:solidFill>
                  <a:schemeClr val="accent1"/>
                </a:solidFill>
              </a:defRPr>
            </a:lvl1pPr>
            <a:lvl2pPr marL="566985" indent="0">
              <a:buNone/>
              <a:defRPr sz="2480" b="1"/>
            </a:lvl2pPr>
            <a:lvl3pPr marL="1133970" indent="0">
              <a:buNone/>
              <a:defRPr sz="2232" b="1"/>
            </a:lvl3pPr>
            <a:lvl4pPr marL="1700955" indent="0">
              <a:buNone/>
              <a:defRPr sz="1984" b="1"/>
            </a:lvl4pPr>
            <a:lvl5pPr marL="2267941" indent="0">
              <a:buNone/>
              <a:defRPr sz="1984" b="1"/>
            </a:lvl5pPr>
            <a:lvl6pPr marL="2834926" indent="0">
              <a:buNone/>
              <a:defRPr sz="1984" b="1"/>
            </a:lvl6pPr>
            <a:lvl7pPr marL="3401911" indent="0">
              <a:buNone/>
              <a:defRPr sz="1984" b="1"/>
            </a:lvl7pPr>
            <a:lvl8pPr marL="3968896" indent="0">
              <a:buNone/>
              <a:defRPr sz="1984" b="1"/>
            </a:lvl8pPr>
            <a:lvl9pPr marL="4535881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82292" y="4639663"/>
            <a:ext cx="6290923" cy="5535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63069" y="11179844"/>
            <a:ext cx="6315727" cy="2138363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976" b="0" cap="all" baseline="0">
                <a:solidFill>
                  <a:schemeClr val="accent1"/>
                </a:solidFill>
              </a:defRPr>
            </a:lvl1pPr>
            <a:lvl2pPr marL="566985" indent="0">
              <a:buNone/>
              <a:defRPr sz="2480" b="1"/>
            </a:lvl2pPr>
            <a:lvl3pPr marL="1133970" indent="0">
              <a:buNone/>
              <a:defRPr sz="2232" b="1"/>
            </a:lvl3pPr>
            <a:lvl4pPr marL="1700955" indent="0">
              <a:buNone/>
              <a:defRPr sz="1984" b="1"/>
            </a:lvl4pPr>
            <a:lvl5pPr marL="2267941" indent="0">
              <a:buNone/>
              <a:defRPr sz="1984" b="1"/>
            </a:lvl5pPr>
            <a:lvl6pPr marL="2834926" indent="0">
              <a:buNone/>
              <a:defRPr sz="1984" b="1"/>
            </a:lvl6pPr>
            <a:lvl7pPr marL="3401911" indent="0">
              <a:buNone/>
              <a:defRPr sz="1984" b="1"/>
            </a:lvl7pPr>
            <a:lvl8pPr marL="3968896" indent="0">
              <a:buNone/>
              <a:defRPr sz="1984" b="1"/>
            </a:lvl8pPr>
            <a:lvl9pPr marL="4535881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63069" y="13315133"/>
            <a:ext cx="6315727" cy="5567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58355" y="997902"/>
            <a:ext cx="4535805" cy="997903"/>
          </a:xfr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58354" y="19416331"/>
            <a:ext cx="12987522" cy="997903"/>
          </a:xfr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2911925" y="997902"/>
            <a:ext cx="1133951" cy="997903"/>
          </a:xfrm>
        </p:spPr>
        <p:txBody>
          <a:bodyPr/>
          <a:lstStyle/>
          <a:p>
            <a:pPr>
              <a:defRPr/>
            </a:pPr>
            <a:fld id="{48863328-3D21-4E2E-B026-C1EFE2E44835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1338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473266" y="2"/>
            <a:ext cx="15578617" cy="21383628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1058355" y="5299415"/>
            <a:ext cx="5434222" cy="10820965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684" y="7327194"/>
            <a:ext cx="5145683" cy="7685857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58354" y="19416331"/>
            <a:ext cx="12987522" cy="997903"/>
          </a:xfr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A338D8-6D27-45E9-99C3-391E08053752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6837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58355" y="997902"/>
            <a:ext cx="4535805" cy="997903"/>
          </a:xfr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58354" y="19416331"/>
            <a:ext cx="12987522" cy="997903"/>
          </a:xfr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2911925" y="997902"/>
            <a:ext cx="1133951" cy="997903"/>
          </a:xfrm>
        </p:spPr>
        <p:txBody>
          <a:bodyPr/>
          <a:lstStyle/>
          <a:p>
            <a:pPr>
              <a:defRPr/>
            </a:pPr>
            <a:fld id="{85C664E7-72CE-4CA1-9E28-C02BC7E12CE6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36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473266" y="2"/>
            <a:ext cx="15578617" cy="21383628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1058355" y="5299415"/>
            <a:ext cx="5434222" cy="10820965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684" y="7327195"/>
            <a:ext cx="5145683" cy="3820862"/>
          </a:xfrm>
        </p:spPr>
        <p:txBody>
          <a:bodyPr bIns="0" anchor="b">
            <a:noAutofit/>
          </a:bodyPr>
          <a:lstStyle>
            <a:lvl1pPr algn="ctr">
              <a:defRPr sz="463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1215" y="2498780"/>
            <a:ext cx="6772032" cy="1636821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9684" y="11148059"/>
            <a:ext cx="5145683" cy="3864992"/>
          </a:xfrm>
        </p:spPr>
        <p:txBody>
          <a:bodyPr>
            <a:normAutofit/>
          </a:bodyPr>
          <a:lstStyle>
            <a:lvl1pPr marL="0" indent="0" algn="ctr">
              <a:buNone/>
              <a:defRPr sz="2315">
                <a:solidFill>
                  <a:srgbClr val="FFFEFF"/>
                </a:solidFill>
              </a:defRPr>
            </a:lvl1pPr>
            <a:lvl2pPr marL="566985" indent="0">
              <a:buNone/>
              <a:defRPr sz="1736"/>
            </a:lvl2pPr>
            <a:lvl3pPr marL="1133970" indent="0">
              <a:buNone/>
              <a:defRPr sz="1488"/>
            </a:lvl3pPr>
            <a:lvl4pPr marL="1700955" indent="0">
              <a:buNone/>
              <a:defRPr sz="1240"/>
            </a:lvl4pPr>
            <a:lvl5pPr marL="2267941" indent="0">
              <a:buNone/>
              <a:defRPr sz="1240"/>
            </a:lvl5pPr>
            <a:lvl6pPr marL="2834926" indent="0">
              <a:buNone/>
              <a:defRPr sz="1240"/>
            </a:lvl6pPr>
            <a:lvl7pPr marL="3401911" indent="0">
              <a:buNone/>
              <a:defRPr sz="1240"/>
            </a:lvl7pPr>
            <a:lvl8pPr marL="3968896" indent="0">
              <a:buNone/>
              <a:defRPr sz="1240"/>
            </a:lvl8pPr>
            <a:lvl9pPr marL="4535881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FDA278-8B34-45DF-9A4D-C477DDE09ABA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4116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1" y="0"/>
            <a:ext cx="15799197" cy="21368777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065602" y="5295494"/>
            <a:ext cx="7205422" cy="10820962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49850" y="0"/>
            <a:ext cx="5769500" cy="21383625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968"/>
            </a:lvl1pPr>
            <a:lvl2pPr marL="566985" indent="0">
              <a:buNone/>
              <a:defRPr sz="3472"/>
            </a:lvl2pPr>
            <a:lvl3pPr marL="1133970" indent="0">
              <a:buNone/>
              <a:defRPr sz="2976"/>
            </a:lvl3pPr>
            <a:lvl4pPr marL="1700955" indent="0">
              <a:buNone/>
              <a:defRPr sz="2480"/>
            </a:lvl4pPr>
            <a:lvl5pPr marL="2267941" indent="0">
              <a:buNone/>
              <a:defRPr sz="2480"/>
            </a:lvl5pPr>
            <a:lvl6pPr marL="2834926" indent="0">
              <a:buNone/>
              <a:defRPr sz="2480"/>
            </a:lvl6pPr>
            <a:lvl7pPr marL="3401911" indent="0">
              <a:buNone/>
              <a:defRPr sz="2480"/>
            </a:lvl7pPr>
            <a:lvl8pPr marL="3968896" indent="0">
              <a:buNone/>
              <a:defRPr sz="2480"/>
            </a:lvl8pPr>
            <a:lvl9pPr marL="4535881" indent="0">
              <a:buNone/>
              <a:defRPr sz="24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428" y="7285033"/>
            <a:ext cx="6940724" cy="3946021"/>
          </a:xfrm>
        </p:spPr>
        <p:txBody>
          <a:bodyPr bIns="0" anchor="b">
            <a:normAutofit/>
          </a:bodyPr>
          <a:lstStyle>
            <a:lvl1pPr>
              <a:defRPr sz="5291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326" y="11231054"/>
            <a:ext cx="6943350" cy="3786988"/>
          </a:xfrm>
        </p:spPr>
        <p:txBody>
          <a:bodyPr>
            <a:normAutofit/>
          </a:bodyPr>
          <a:lstStyle>
            <a:lvl1pPr marL="0" indent="0" algn="ctr">
              <a:buNone/>
              <a:defRPr sz="2315">
                <a:solidFill>
                  <a:srgbClr val="FFFEFF"/>
                </a:solidFill>
              </a:defRPr>
            </a:lvl1pPr>
            <a:lvl2pPr marL="566985" indent="0">
              <a:buNone/>
              <a:defRPr sz="1736"/>
            </a:lvl2pPr>
            <a:lvl3pPr marL="1133970" indent="0">
              <a:buNone/>
              <a:defRPr sz="1488"/>
            </a:lvl3pPr>
            <a:lvl4pPr marL="1700955" indent="0">
              <a:buNone/>
              <a:defRPr sz="1240"/>
            </a:lvl4pPr>
            <a:lvl5pPr marL="2267941" indent="0">
              <a:buNone/>
              <a:defRPr sz="1240"/>
            </a:lvl5pPr>
            <a:lvl6pPr marL="2834926" indent="0">
              <a:buNone/>
              <a:defRPr sz="1240"/>
            </a:lvl6pPr>
            <a:lvl7pPr marL="3401911" indent="0">
              <a:buNone/>
              <a:defRPr sz="1240"/>
            </a:lvl7pPr>
            <a:lvl8pPr marL="3968896" indent="0">
              <a:buNone/>
              <a:defRPr sz="1240"/>
            </a:lvl8pPr>
            <a:lvl9pPr marL="4535881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58355" y="997902"/>
            <a:ext cx="4535805" cy="997903"/>
          </a:xfr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58355" y="19416331"/>
            <a:ext cx="7206892" cy="997903"/>
          </a:xfr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135498" y="997902"/>
            <a:ext cx="1133951" cy="997903"/>
          </a:xfrm>
        </p:spPr>
        <p:txBody>
          <a:bodyPr/>
          <a:lstStyle/>
          <a:p>
            <a:pPr>
              <a:defRPr/>
            </a:pPr>
            <a:fld id="{D4BC1F58-64B1-45ED-85F5-FFBBC03AAB19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9996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473266" y="2"/>
            <a:ext cx="15578617" cy="21383628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1058355" y="5299415"/>
            <a:ext cx="5434222" cy="10820965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761" y="7327200"/>
            <a:ext cx="5148607" cy="7710247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01215" y="2477978"/>
            <a:ext cx="6772032" cy="163918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671EA8-357C-4D94-8FAB-0A80CD27D2E6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80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1" y="2"/>
            <a:ext cx="15578617" cy="21383628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8644575" y="5299415"/>
            <a:ext cx="5434222" cy="10820965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85906" y="7327195"/>
            <a:ext cx="5145683" cy="7685854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3610" y="2503200"/>
            <a:ext cx="6809480" cy="163847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58355" y="997902"/>
            <a:ext cx="4535805" cy="997903"/>
          </a:xfr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58354" y="19416331"/>
            <a:ext cx="12987522" cy="997903"/>
          </a:xfr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911925" y="997902"/>
            <a:ext cx="1133951" cy="997903"/>
          </a:xfrm>
        </p:spPr>
        <p:txBody>
          <a:bodyPr/>
          <a:lstStyle/>
          <a:p>
            <a:pPr>
              <a:defRPr/>
            </a:pPr>
            <a:fld id="{71B0EF4D-1339-4BAE-BE58-73852D239BFC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9415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9684" y="7327197"/>
            <a:ext cx="5145683" cy="7685857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01217" y="2477978"/>
            <a:ext cx="6744660" cy="16391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58355" y="997902"/>
            <a:ext cx="4535805" cy="9979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58354" y="19416331"/>
            <a:ext cx="12987522" cy="9979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1925" y="997902"/>
            <a:ext cx="1133951" cy="9979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8256243-3619-405D-A723-0537E891641A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8516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133970" rtl="0" eaLnBrk="1" latinLnBrk="0" hangingPunct="1">
        <a:lnSpc>
          <a:spcPct val="85000"/>
        </a:lnSpc>
        <a:spcBef>
          <a:spcPct val="0"/>
        </a:spcBef>
        <a:buNone/>
        <a:defRPr sz="5291" b="0" i="0" kern="1200" cap="none" spc="-187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83493" indent="-283493" algn="l" defTabSz="1133970" rtl="0" eaLnBrk="1" latinLnBrk="0" hangingPunct="1">
        <a:lnSpc>
          <a:spcPct val="120000"/>
        </a:lnSpc>
        <a:spcBef>
          <a:spcPts val="124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2646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50478" indent="-283493" algn="l" defTabSz="1133970" rtl="0" eaLnBrk="1" latinLnBrk="0" hangingPunct="1">
        <a:lnSpc>
          <a:spcPct val="120000"/>
        </a:lnSpc>
        <a:spcBef>
          <a:spcPts val="62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2315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417463" indent="-283493" algn="l" defTabSz="1133970" rtl="0" eaLnBrk="1" latinLnBrk="0" hangingPunct="1">
        <a:lnSpc>
          <a:spcPct val="120000"/>
        </a:lnSpc>
        <a:spcBef>
          <a:spcPts val="62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984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84448" indent="-283493" algn="l" defTabSz="1133970" rtl="0" eaLnBrk="1" latinLnBrk="0" hangingPunct="1">
        <a:lnSpc>
          <a:spcPct val="120000"/>
        </a:lnSpc>
        <a:spcBef>
          <a:spcPts val="62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984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551433" indent="-283493" algn="l" defTabSz="1133970" rtl="0" eaLnBrk="1" latinLnBrk="0" hangingPunct="1">
        <a:lnSpc>
          <a:spcPct val="120000"/>
        </a:lnSpc>
        <a:spcBef>
          <a:spcPts val="62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984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118418" indent="-283493" algn="l" defTabSz="1133970" rtl="0" eaLnBrk="1" latinLnBrk="0" hangingPunct="1">
        <a:lnSpc>
          <a:spcPct val="120000"/>
        </a:lnSpc>
        <a:spcBef>
          <a:spcPts val="62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88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685403" indent="-283493" algn="l" defTabSz="1133970" rtl="0" eaLnBrk="1" latinLnBrk="0" hangingPunct="1">
        <a:lnSpc>
          <a:spcPct val="120000"/>
        </a:lnSpc>
        <a:spcBef>
          <a:spcPts val="62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88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252389" indent="-283493" algn="l" defTabSz="1133970" rtl="0" eaLnBrk="1" latinLnBrk="0" hangingPunct="1">
        <a:lnSpc>
          <a:spcPct val="120000"/>
        </a:lnSpc>
        <a:spcBef>
          <a:spcPts val="62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88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819374" indent="-283493" algn="l" defTabSz="1133970" rtl="0" eaLnBrk="1" latinLnBrk="0" hangingPunct="1">
        <a:lnSpc>
          <a:spcPct val="120000"/>
        </a:lnSpc>
        <a:spcBef>
          <a:spcPts val="62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88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33970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85" algn="l" defTabSz="1133970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70" algn="l" defTabSz="1133970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55" algn="l" defTabSz="1133970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941" algn="l" defTabSz="1133970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926" algn="l" defTabSz="1133970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911" algn="l" defTabSz="1133970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96" algn="l" defTabSz="1133970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881" algn="l" defTabSz="1133970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g"/><Relationship Id="rId21" Type="http://schemas.openxmlformats.org/officeDocument/2006/relationships/image" Target="../media/image19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17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5" Type="http://schemas.openxmlformats.org/officeDocument/2006/relationships/image" Target="../media/image13.png"/><Relationship Id="rId10" Type="http://schemas.openxmlformats.org/officeDocument/2006/relationships/image" Target="../media/image8.jpe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19"/>
          <p:cNvSpPr txBox="1">
            <a:spLocks noChangeArrowheads="1"/>
          </p:cNvSpPr>
          <p:nvPr/>
        </p:nvSpPr>
        <p:spPr bwMode="auto">
          <a:xfrm>
            <a:off x="11894804" y="1711217"/>
            <a:ext cx="642377" cy="510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08917" tIns="104458" rIns="208917" bIns="10445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sz="1854" dirty="0"/>
          </a:p>
        </p:txBody>
      </p:sp>
      <p:sp>
        <p:nvSpPr>
          <p:cNvPr id="2055" name="Text Box 670"/>
          <p:cNvSpPr txBox="1">
            <a:spLocks noChangeArrowheads="1"/>
          </p:cNvSpPr>
          <p:nvPr/>
        </p:nvSpPr>
        <p:spPr bwMode="auto">
          <a:xfrm>
            <a:off x="67721" y="3263139"/>
            <a:ext cx="14983908" cy="1380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08917" tIns="104458" rIns="208917" bIns="10445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0" algn="ctr"/>
            <a:r>
              <a:rPr lang="en-US" sz="4000" b="1" dirty="0" err="1">
                <a:solidFill>
                  <a:srgbClr val="11223C"/>
                </a:solidFill>
                <a:latin typeface="+mj-lt"/>
                <a:ea typeface="Verdana" panose="020B0604030504040204" pitchFamily="34" charset="0"/>
                <a:cs typeface="Lucida Sans"/>
              </a:rPr>
              <a:t>VeriDegree</a:t>
            </a:r>
            <a:endParaRPr lang="en-US" sz="4000" b="1" dirty="0">
              <a:solidFill>
                <a:srgbClr val="11223C"/>
              </a:solidFill>
              <a:latin typeface="+mj-lt"/>
              <a:ea typeface="Verdana" panose="020B0604030504040204" pitchFamily="34" charset="0"/>
              <a:cs typeface="Lucida Sans"/>
            </a:endParaRPr>
          </a:p>
          <a:p>
            <a:pPr lvl="0" algn="ctr"/>
            <a:r>
              <a:rPr lang="en-GB" sz="3600" dirty="0">
                <a:solidFill>
                  <a:srgbClr val="11223C"/>
                </a:solidFill>
                <a:latin typeface="+mj-lt"/>
                <a:cs typeface="Lucida Sans"/>
              </a:rPr>
              <a:t>Eskandar Atrakchi, BSc (Honours) in Computing</a:t>
            </a:r>
          </a:p>
        </p:txBody>
      </p:sp>
      <p:sp>
        <p:nvSpPr>
          <p:cNvPr id="2058" name="Text Box 1338"/>
          <p:cNvSpPr txBox="1">
            <a:spLocks noChangeArrowheads="1"/>
          </p:cNvSpPr>
          <p:nvPr/>
        </p:nvSpPr>
        <p:spPr bwMode="auto">
          <a:xfrm>
            <a:off x="17828346" y="14217855"/>
            <a:ext cx="425805" cy="510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08917" tIns="104458" rIns="208917" bIns="10445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sz="1854" dirty="0">
              <a:latin typeface="Arial" charset="0"/>
            </a:endParaRPr>
          </a:p>
        </p:txBody>
      </p:sp>
      <p:sp>
        <p:nvSpPr>
          <p:cNvPr id="2059" name="Rectangle 2645"/>
          <p:cNvSpPr>
            <a:spLocks noChangeArrowheads="1"/>
          </p:cNvSpPr>
          <p:nvPr/>
        </p:nvSpPr>
        <p:spPr bwMode="auto">
          <a:xfrm>
            <a:off x="8453503" y="5756222"/>
            <a:ext cx="2822789" cy="2917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08957" tIns="104479" rIns="208957" bIns="104479"/>
          <a:lstStyle/>
          <a:p>
            <a:endParaRPr lang="en-IE" sz="2380" dirty="0"/>
          </a:p>
        </p:txBody>
      </p:sp>
      <p:sp>
        <p:nvSpPr>
          <p:cNvPr id="2060" name="Rectangle 2708"/>
          <p:cNvSpPr>
            <a:spLocks noChangeArrowheads="1"/>
          </p:cNvSpPr>
          <p:nvPr/>
        </p:nvSpPr>
        <p:spPr bwMode="auto">
          <a:xfrm>
            <a:off x="11738804" y="5709093"/>
            <a:ext cx="2888862" cy="2912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08957" tIns="104479" rIns="208957" bIns="104479"/>
          <a:lstStyle/>
          <a:p>
            <a:endParaRPr lang="en-IE" sz="238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78E6D67-96A4-CC60-5BB2-7D1E3E2B7031}"/>
              </a:ext>
            </a:extLst>
          </p:cNvPr>
          <p:cNvSpPr/>
          <p:nvPr/>
        </p:nvSpPr>
        <p:spPr>
          <a:xfrm>
            <a:off x="67721" y="4711192"/>
            <a:ext cx="14983908" cy="229313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</a:rPr>
              <a:t>Overview</a:t>
            </a:r>
          </a:p>
          <a:p>
            <a:pPr algn="ctr"/>
            <a:r>
              <a:rPr lang="en-US" sz="2400" dirty="0" err="1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</a:rPr>
              <a:t>VeriDegree</a:t>
            </a:r>
            <a:r>
              <a:rPr lang="en-US" sz="2400" dirty="0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</a:rPr>
              <a:t> is a (Dapp) that gives power to institutions to issue tamper-proof academic certificates using blockchain. Minting generates a non-transferable NFT stored on IPFS, enabling students to view and verify from their wallet. This system removes the need for manual verification and prevents fraud.</a:t>
            </a:r>
          </a:p>
          <a:p>
            <a:pPr algn="ctr"/>
            <a:endParaRPr lang="en-US" sz="2400" dirty="0">
              <a:solidFill>
                <a:schemeClr val="tx1"/>
              </a:solidFill>
              <a:latin typeface="OCR A Extended" panose="02010509020102010303" pitchFamily="50" charset="0"/>
              <a:ea typeface="Verdana" panose="020B060403050404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E2446F-FD57-1163-2B8D-882F4BE1EB7F}"/>
              </a:ext>
            </a:extLst>
          </p:cNvPr>
          <p:cNvSpPr/>
          <p:nvPr/>
        </p:nvSpPr>
        <p:spPr>
          <a:xfrm>
            <a:off x="0" y="7092040"/>
            <a:ext cx="15051629" cy="250854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</a:rPr>
              <a:t>Motivation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</a:rPr>
              <a:t>Credential fraud is growing problem worldwide. Traditional credentials are PDF or paper form can easily be altered, and verification requires manual communication with institutions makes the process slow and inefficient. </a:t>
            </a:r>
            <a:r>
              <a:rPr lang="en-US" sz="2400" dirty="0" err="1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</a:rPr>
              <a:t>VeriDegree</a:t>
            </a:r>
            <a:r>
              <a:rPr lang="en-US" sz="2400" dirty="0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</a:rPr>
              <a:t> addresses this problem by creating an immutable digital certificate and true ownership.</a:t>
            </a:r>
            <a:endParaRPr lang="en-IE" sz="2400" dirty="0">
              <a:solidFill>
                <a:schemeClr val="tx1"/>
              </a:solidFill>
              <a:latin typeface="OCR A Extended" panose="02010509020102010303" pitchFamily="50" charset="0"/>
              <a:ea typeface="Verdana" panose="020B060403050404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A572BF-E818-8FC6-9640-DEBD35968E62}"/>
              </a:ext>
            </a:extLst>
          </p:cNvPr>
          <p:cNvSpPr/>
          <p:nvPr/>
        </p:nvSpPr>
        <p:spPr>
          <a:xfrm>
            <a:off x="67722" y="12682365"/>
            <a:ext cx="8385782" cy="39595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</a:rPr>
              <a:t>How it Works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</a:rPr>
              <a:t>The system enables institutions to issue certificates as </a:t>
            </a:r>
            <a:r>
              <a:rPr lang="en-US" sz="2400" dirty="0" err="1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</a:rPr>
              <a:t>soulbound</a:t>
            </a:r>
            <a:r>
              <a:rPr lang="en-US" sz="2400" dirty="0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</a:rPr>
              <a:t> NFTs on IPFS and the blockchain. Students can view their certificate through their wallets, while employers can instantly verify authenticity by entering the public wallet address.</a:t>
            </a:r>
            <a:endParaRPr lang="en-IE" sz="2400" dirty="0">
              <a:solidFill>
                <a:schemeClr val="tx1"/>
              </a:solidFill>
              <a:latin typeface="OCR A Extended" panose="02010509020102010303" pitchFamily="50" charset="0"/>
              <a:ea typeface="Verdana" panose="020B060403050404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737BFE-69C1-42B2-0DEF-B6DAADAC32FD}"/>
              </a:ext>
            </a:extLst>
          </p:cNvPr>
          <p:cNvSpPr/>
          <p:nvPr/>
        </p:nvSpPr>
        <p:spPr>
          <a:xfrm>
            <a:off x="67721" y="16852655"/>
            <a:ext cx="14983908" cy="42662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</a:rPr>
              <a:t>Technologies</a:t>
            </a:r>
          </a:p>
          <a:p>
            <a:pPr algn="ctr"/>
            <a:endParaRPr lang="en-US" sz="4000" dirty="0">
              <a:solidFill>
                <a:schemeClr val="tx1"/>
              </a:solidFill>
              <a:latin typeface="OCR A Extended" panose="02010509020102010303" pitchFamily="50" charset="0"/>
              <a:ea typeface="Verdana" panose="020B0604030504040204" pitchFamily="34" charset="0"/>
            </a:endParaRPr>
          </a:p>
          <a:p>
            <a:pPr algn="ctr"/>
            <a:endParaRPr lang="en-IE" sz="4000" dirty="0">
              <a:solidFill>
                <a:schemeClr val="tx1"/>
              </a:solidFill>
              <a:latin typeface="OCR A Extended" panose="02010509020102010303" pitchFamily="50" charset="0"/>
              <a:ea typeface="Verdan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0AF238-22EB-F3B2-8A71-85B6AC667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925" y="-65764"/>
            <a:ext cx="15154275" cy="3236976"/>
          </a:xfrm>
          <a:prstGeom prst="rect">
            <a:avLst/>
          </a:prstGeom>
        </p:spPr>
      </p:pic>
      <p:pic>
        <p:nvPicPr>
          <p:cNvPr id="1030" name="Picture 6" descr="Collection of React Logo PNG. | PlusPNG">
            <a:extLst>
              <a:ext uri="{FF2B5EF4-FFF2-40B4-BE49-F238E27FC236}">
                <a16:creationId xmlns:a16="http://schemas.microsoft.com/office/drawing/2014/main" id="{0C8F3707-428B-1A61-86A3-7DB4B95F1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96" y="17300516"/>
            <a:ext cx="3179864" cy="1788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This may contain: the tailwinds logo is shown on a white background with blue waves in it">
            <a:extLst>
              <a:ext uri="{FF2B5EF4-FFF2-40B4-BE49-F238E27FC236}">
                <a16:creationId xmlns:a16="http://schemas.microsoft.com/office/drawing/2014/main" id="{8B1F5ABE-5CFF-1D46-A541-5EA1F183CB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75" b="35790"/>
          <a:stretch>
            <a:fillRect/>
          </a:stretch>
        </p:blipFill>
        <p:spPr bwMode="auto">
          <a:xfrm>
            <a:off x="5652672" y="17891038"/>
            <a:ext cx="3380420" cy="709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Node.js Takes Steps Towards Removing Corepack - Socket">
            <a:extLst>
              <a:ext uri="{FF2B5EF4-FFF2-40B4-BE49-F238E27FC236}">
                <a16:creationId xmlns:a16="http://schemas.microsoft.com/office/drawing/2014/main" id="{72A40B20-EC0E-D714-A056-24E5FDB53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8704" y="17642240"/>
            <a:ext cx="1999080" cy="1371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ext.js - An introduction | SparkFabrik Tech Blog">
            <a:extLst>
              <a:ext uri="{FF2B5EF4-FFF2-40B4-BE49-F238E27FC236}">
                <a16:creationId xmlns:a16="http://schemas.microsoft.com/office/drawing/2014/main" id="{BB063FB8-F755-30F0-E0A6-F70F19FC05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23" t="15452" r="21783" b="15234"/>
          <a:stretch>
            <a:fillRect/>
          </a:stretch>
        </p:blipFill>
        <p:spPr bwMode="auto">
          <a:xfrm>
            <a:off x="2215388" y="18712907"/>
            <a:ext cx="1540148" cy="720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ecuring Solidity Smart Contracts with Roles &amp; Pausable | by Erin Lim |  Medium">
            <a:extLst>
              <a:ext uri="{FF2B5EF4-FFF2-40B4-BE49-F238E27FC236}">
                <a16:creationId xmlns:a16="http://schemas.microsoft.com/office/drawing/2014/main" id="{5F5F9ABB-2E12-61AE-5F68-4F5C6FCE5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78" t="22339" r="23082" b="16645"/>
          <a:stretch>
            <a:fillRect/>
          </a:stretch>
        </p:blipFill>
        <p:spPr bwMode="auto">
          <a:xfrm>
            <a:off x="12132755" y="20379704"/>
            <a:ext cx="1334332" cy="573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ERC-721 TOKEN STANDARD. ERC stands for Ethereum Request for… | by  Oluwatosin Serah | Coinmonks | Medium">
            <a:extLst>
              <a:ext uri="{FF2B5EF4-FFF2-40B4-BE49-F238E27FC236}">
                <a16:creationId xmlns:a16="http://schemas.microsoft.com/office/drawing/2014/main" id="{8A472E49-8ADE-D12B-0B76-F62D1A36C1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44" r="45490"/>
          <a:stretch>
            <a:fillRect/>
          </a:stretch>
        </p:blipFill>
        <p:spPr bwMode="auto">
          <a:xfrm>
            <a:off x="8694590" y="19734835"/>
            <a:ext cx="1549005" cy="95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8" descr="What Is IPFS? Decentralized Blockchain Technology">
            <a:extLst>
              <a:ext uri="{FF2B5EF4-FFF2-40B4-BE49-F238E27FC236}">
                <a16:creationId xmlns:a16="http://schemas.microsoft.com/office/drawing/2014/main" id="{07BD6782-4825-75BC-E3C7-5941D43DCB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4" t="12862" r="16925" b="13821"/>
          <a:stretch>
            <a:fillRect/>
          </a:stretch>
        </p:blipFill>
        <p:spPr bwMode="auto">
          <a:xfrm>
            <a:off x="9141251" y="18094407"/>
            <a:ext cx="2135041" cy="1258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0" descr="UGAHacks X">
            <a:extLst>
              <a:ext uri="{FF2B5EF4-FFF2-40B4-BE49-F238E27FC236}">
                <a16:creationId xmlns:a16="http://schemas.microsoft.com/office/drawing/2014/main" id="{3D618F85-F0DF-05C1-E63A-ADFBFE24A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691" y="18670766"/>
            <a:ext cx="1644136" cy="70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2" descr="Is MetaMask Wallet safe? In-depth Analysis By Traders Union Experts |  Business Post Nigeria">
            <a:extLst>
              <a:ext uri="{FF2B5EF4-FFF2-40B4-BE49-F238E27FC236}">
                <a16:creationId xmlns:a16="http://schemas.microsoft.com/office/drawing/2014/main" id="{11108E91-2E95-D449-BE10-BED0632C47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02" b="24612"/>
          <a:stretch>
            <a:fillRect/>
          </a:stretch>
        </p:blipFill>
        <p:spPr bwMode="auto">
          <a:xfrm>
            <a:off x="11832492" y="17901163"/>
            <a:ext cx="1934858" cy="420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4" descr="Create a solidity smart contract with Hardhat">
            <a:extLst>
              <a:ext uri="{FF2B5EF4-FFF2-40B4-BE49-F238E27FC236}">
                <a16:creationId xmlns:a16="http://schemas.microsoft.com/office/drawing/2014/main" id="{86F19C4C-4E5C-1567-5D50-7DB7D58F4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1484" y="19461586"/>
            <a:ext cx="1207798" cy="121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Next.js creator, Vercel, Raises $21 Million with Series A">
            <a:extLst>
              <a:ext uri="{FF2B5EF4-FFF2-40B4-BE49-F238E27FC236}">
                <a16:creationId xmlns:a16="http://schemas.microsoft.com/office/drawing/2014/main" id="{3068212D-0A3B-0E2E-1E90-E91A9AD4B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8804" y="18599455"/>
            <a:ext cx="2122235" cy="77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8" descr="TypeScript Tutorial: A Guide to Using the Programming Language - The New  Stack">
            <a:extLst>
              <a:ext uri="{FF2B5EF4-FFF2-40B4-BE49-F238E27FC236}">
                <a16:creationId xmlns:a16="http://schemas.microsoft.com/office/drawing/2014/main" id="{E5B85047-872A-E19C-EC4F-30BA665DCB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33" b="32556"/>
          <a:stretch>
            <a:fillRect/>
          </a:stretch>
        </p:blipFill>
        <p:spPr bwMode="auto">
          <a:xfrm>
            <a:off x="11832492" y="19649129"/>
            <a:ext cx="2122236" cy="37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30" descr="How To Connect The Remix IDE To Hardhat For Ethereum Contract Development">
            <a:extLst>
              <a:ext uri="{FF2B5EF4-FFF2-40B4-BE49-F238E27FC236}">
                <a16:creationId xmlns:a16="http://schemas.microsoft.com/office/drawing/2014/main" id="{3B4F8761-DB6F-D6DC-8415-C3A285666F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29" t="4396" r="39847" b="6415"/>
          <a:stretch>
            <a:fillRect/>
          </a:stretch>
        </p:blipFill>
        <p:spPr bwMode="auto">
          <a:xfrm>
            <a:off x="888817" y="19129372"/>
            <a:ext cx="1111399" cy="1258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itHub Actions available! | SimpleLocalize">
            <a:extLst>
              <a:ext uri="{FF2B5EF4-FFF2-40B4-BE49-F238E27FC236}">
                <a16:creationId xmlns:a16="http://schemas.microsoft.com/office/drawing/2014/main" id="{0B8ADB59-F819-2DB4-95CD-F4A872B23D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7" t="8745" r="10166" b="13713"/>
          <a:stretch>
            <a:fillRect/>
          </a:stretch>
        </p:blipFill>
        <p:spPr bwMode="auto">
          <a:xfrm>
            <a:off x="3078801" y="19502493"/>
            <a:ext cx="2047571" cy="137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7D44621-6485-9E19-EC55-0144D44031AF}"/>
              </a:ext>
            </a:extLst>
          </p:cNvPr>
          <p:cNvSpPr/>
          <p:nvPr/>
        </p:nvSpPr>
        <p:spPr>
          <a:xfrm>
            <a:off x="16397" y="9646015"/>
            <a:ext cx="15051629" cy="286662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E" sz="2800" dirty="0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</a:rPr>
              <a:t>			</a:t>
            </a:r>
          </a:p>
          <a:p>
            <a:pPr algn="ctr"/>
            <a:r>
              <a:rPr lang="en-IE" sz="2800" dirty="0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</a:rPr>
              <a:t>				GitHub </a:t>
            </a:r>
            <a:r>
              <a:rPr lang="en-IE" sz="2800" dirty="0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  <a:sym typeface="Wingdings" panose="05000000000000000000" pitchFamily="2" charset="2"/>
              </a:rPr>
              <a:t></a:t>
            </a:r>
          </a:p>
          <a:p>
            <a:pPr algn="ctr"/>
            <a:endParaRPr lang="en-IE" sz="2800" dirty="0">
              <a:solidFill>
                <a:schemeClr val="tx1"/>
              </a:solidFill>
              <a:latin typeface="OCR A Extended" panose="02010509020102010303" pitchFamily="50" charset="0"/>
              <a:ea typeface="Verdana" panose="020B0604030504040204" pitchFamily="34" charset="0"/>
              <a:sym typeface="Wingdings" panose="05000000000000000000" pitchFamily="2" charset="2"/>
            </a:endParaRPr>
          </a:p>
          <a:p>
            <a:pPr lvl="1" algn="ctr"/>
            <a:r>
              <a:rPr lang="en-IE" sz="2800" dirty="0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  <a:sym typeface="Wingdings" panose="05000000000000000000" pitchFamily="2" charset="2"/>
              </a:rPr>
              <a:t> Web-</a:t>
            </a:r>
            <a:r>
              <a:rPr lang="en-IE" sz="2800" dirty="0" err="1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  <a:sym typeface="Wingdings" panose="05000000000000000000" pitchFamily="2" charset="2"/>
              </a:rPr>
              <a:t>DApp</a:t>
            </a:r>
            <a:r>
              <a:rPr lang="en-IE" sz="2800" dirty="0">
                <a:solidFill>
                  <a:schemeClr val="tx1"/>
                </a:solidFill>
                <a:latin typeface="OCR A Extended" panose="02010509020102010303" pitchFamily="50" charset="0"/>
                <a:ea typeface="Verdana" panose="020B0604030504040204" pitchFamily="34" charset="0"/>
                <a:sym typeface="Wingdings" panose="05000000000000000000" pitchFamily="2" charset="2"/>
              </a:rPr>
              <a:t>				 </a:t>
            </a:r>
            <a:endParaRPr lang="en-IE" sz="2800" dirty="0">
              <a:solidFill>
                <a:schemeClr val="tx1"/>
              </a:solidFill>
              <a:latin typeface="OCR A Extended" panose="02010509020102010303" pitchFamily="50" charset="0"/>
              <a:ea typeface="Verdan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647802F-EFD0-59D2-97A6-E17158DEE80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28689" y="9735320"/>
            <a:ext cx="2734057" cy="27340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74EDF9-33EE-F518-3F62-017F25E2811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20407" y="9735319"/>
            <a:ext cx="2734057" cy="27340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A6AB3D-676C-EAAA-14AE-C400D5A0F46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504" y="12662475"/>
            <a:ext cx="6631986" cy="397943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95A61BD-8569-56B1-75D3-D2B298C736B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12324" y="19705512"/>
            <a:ext cx="2356387" cy="10036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7645</TotalTime>
  <Words>168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OCR A Extended</vt:lpstr>
      <vt:lpstr>Rockwell</vt:lpstr>
      <vt:lpstr>Times New Roman</vt:lpstr>
      <vt:lpstr>Wingdings</vt:lpstr>
      <vt:lpstr>Atlas</vt:lpstr>
      <vt:lpstr>PowerPoint Presentation</vt:lpstr>
    </vt:vector>
  </TitlesOfParts>
  <Company>NUI Maynooth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immunogenicity of Human Mesenchymal Stem Cells J.M. Ryan and B. P. Mahon Mucosal Immunology Laboratory, Institute of Immunology, NUI Maynooth, Co. Kildare, ireland.</dc:title>
  <dc:creator>plawlor</dc:creator>
  <cp:lastModifiedBy>Eskandar Atrakchi</cp:lastModifiedBy>
  <cp:revision>239</cp:revision>
  <cp:lastPrinted>2010-10-11T09:33:37Z</cp:lastPrinted>
  <dcterms:created xsi:type="dcterms:W3CDTF">2013-05-01T11:03:42Z</dcterms:created>
  <dcterms:modified xsi:type="dcterms:W3CDTF">2026-05-13T19:57:25Z</dcterms:modified>
</cp:coreProperties>
</file>