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2" r:id="rId6"/>
    <p:sldId id="263" r:id="rId7"/>
    <p:sldId id="266" r:id="rId8"/>
    <p:sldId id="267" r:id="rId9"/>
    <p:sldId id="265" r:id="rId10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ExtraBold" panose="00000900000000000000" pitchFamily="2" charset="0"/>
      <p:bold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C7F424-0A3D-43A5-B1DE-EF8F979C9DBD}">
  <a:tblStyle styleId="{12C7F424-0A3D-43A5-B1DE-EF8F979C9D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3EFE3F5-C6C5-C5A5-7544-7ACE4D5C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>
            <a:extLst>
              <a:ext uri="{FF2B5EF4-FFF2-40B4-BE49-F238E27FC236}">
                <a16:creationId xmlns:a16="http://schemas.microsoft.com/office/drawing/2014/main" id="{9B792139-975A-342E-B7F4-7FCAFFEC28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>
            <a:extLst>
              <a:ext uri="{FF2B5EF4-FFF2-40B4-BE49-F238E27FC236}">
                <a16:creationId xmlns:a16="http://schemas.microsoft.com/office/drawing/2014/main" id="{F6DD7943-F3C1-6FDC-91FB-476D4B03D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066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CE67FA5-F7FD-A788-E5E2-358951B9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>
            <a:extLst>
              <a:ext uri="{FF2B5EF4-FFF2-40B4-BE49-F238E27FC236}">
                <a16:creationId xmlns:a16="http://schemas.microsoft.com/office/drawing/2014/main" id="{3809C8EA-52C1-E300-6C85-FEE793C35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>
            <a:extLst>
              <a:ext uri="{FF2B5EF4-FFF2-40B4-BE49-F238E27FC236}">
                <a16:creationId xmlns:a16="http://schemas.microsoft.com/office/drawing/2014/main" id="{E4F9DC2C-EB60-E06E-9137-EAAC0DC98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966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7f9262ee2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7f9262ee2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8" r:id="rId5"/>
    <p:sldLayoutId id="2147483659" r:id="rId6"/>
    <p:sldLayoutId id="2147483660" r:id="rId7"/>
    <p:sldLayoutId id="2147483662" r:id="rId8"/>
    <p:sldLayoutId id="214748366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kandarAtrakchi/VeriDegree_D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oodle2025.ncirl.ie/course/view.php?id=44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131618" y="845127"/>
            <a:ext cx="8804564" cy="1749673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E" u="sng" dirty="0" err="1">
                <a:hlinkClick r:id="rId3"/>
              </a:rPr>
              <a:t>VeriDegree_Dapp</a:t>
            </a:r>
            <a:r>
              <a:rPr lang="en-IE" u="sng" dirty="0"/>
              <a:t> </a:t>
            </a:r>
            <a:r>
              <a:rPr lang="en-IE" dirty="0"/>
              <a:t>Blockchain Credentials Project</a:t>
            </a:r>
            <a:endParaRPr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125008" y="3179474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Student name: Eskandar Atrakchi</a:t>
            </a:r>
          </a:p>
          <a:p>
            <a:r>
              <a:rPr lang="en-US" dirty="0"/>
              <a:t>x23137517</a:t>
            </a:r>
            <a:endParaRPr lang="en-IE"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787391" y="2771144"/>
            <a:ext cx="7800108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E" dirty="0"/>
              <a:t>Software Development </a:t>
            </a:r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163;p38">
            <a:extLst>
              <a:ext uri="{FF2B5EF4-FFF2-40B4-BE49-F238E27FC236}">
                <a16:creationId xmlns:a16="http://schemas.microsoft.com/office/drawing/2014/main" id="{CF44D1CF-3540-F0C0-C3C5-58D71A3996F4}"/>
              </a:ext>
            </a:extLst>
          </p:cNvPr>
          <p:cNvSpPr txBox="1">
            <a:spLocks/>
          </p:cNvSpPr>
          <p:nvPr/>
        </p:nvSpPr>
        <p:spPr>
          <a:xfrm>
            <a:off x="2125008" y="3758745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>
                <a:hlinkClick r:id="rId4"/>
              </a:rPr>
              <a:t>(BSHCSD4)</a:t>
            </a:r>
            <a:endParaRPr lang="en-US" dirty="0"/>
          </a:p>
          <a:p>
            <a:r>
              <a:rPr lang="en-US" dirty="0"/>
              <a:t>Final Year Project </a:t>
            </a:r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499" y="445025"/>
            <a:ext cx="6369773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2"/>
                </a:solidFill>
              </a:rPr>
              <a:t>Main idea </a:t>
            </a:r>
            <a:endParaRPr dirty="0">
              <a:solidFill>
                <a:schemeClr val="tx2"/>
              </a:solidFill>
            </a:endParaRPr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9F67-5B62-334F-2500-A53AC575D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26200" y="1297362"/>
            <a:ext cx="245932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VeriDegree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is a Dapp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1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Immutable Credentials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Instant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Total User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Fraud Elimination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1306160" y="835440"/>
            <a:ext cx="863477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0" name="Google Shape;180;p40"/>
          <p:cNvSpPr txBox="1">
            <a:spLocks noGrp="1"/>
          </p:cNvSpPr>
          <p:nvPr>
            <p:ph type="subTitle" idx="1"/>
          </p:nvPr>
        </p:nvSpPr>
        <p:spPr>
          <a:xfrm>
            <a:off x="2169636" y="1660802"/>
            <a:ext cx="5802075" cy="640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sz="1600" dirty="0"/>
              <a:t>Verification requires manual contact with institutions</a:t>
            </a:r>
            <a:endParaRPr sz="1600" dirty="0"/>
          </a:p>
        </p:txBody>
      </p:sp>
      <p:sp>
        <p:nvSpPr>
          <p:cNvPr id="182" name="Google Shape;182;p40"/>
          <p:cNvSpPr txBox="1">
            <a:spLocks noGrp="1"/>
          </p:cNvSpPr>
          <p:nvPr>
            <p:ph type="subTitle" idx="3"/>
          </p:nvPr>
        </p:nvSpPr>
        <p:spPr>
          <a:xfrm>
            <a:off x="2198214" y="2243245"/>
            <a:ext cx="5188670" cy="507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sz="1600" dirty="0"/>
              <a:t>Students do not truly own their credentials</a:t>
            </a:r>
            <a:endParaRPr sz="1600"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1334737" y="1473605"/>
            <a:ext cx="8349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1349025" y="2094957"/>
            <a:ext cx="8349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1539298" y="155934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1617889" y="2138169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1617889" y="2764846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06;p43">
            <a:extLst>
              <a:ext uri="{FF2B5EF4-FFF2-40B4-BE49-F238E27FC236}">
                <a16:creationId xmlns:a16="http://schemas.microsoft.com/office/drawing/2014/main" id="{68C0F9CA-0749-92A3-ED8E-2827AD71D374}"/>
              </a:ext>
            </a:extLst>
          </p:cNvPr>
          <p:cNvSpPr txBox="1">
            <a:spLocks/>
          </p:cNvSpPr>
          <p:nvPr/>
        </p:nvSpPr>
        <p:spPr>
          <a:xfrm>
            <a:off x="1306160" y="457200"/>
            <a:ext cx="6023570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GB" dirty="0">
                <a:solidFill>
                  <a:schemeClr val="tx2"/>
                </a:solidFill>
              </a:rPr>
              <a:t>The Problem with Traditional Certificates</a:t>
            </a:r>
            <a:endParaRPr lang="en-IE" dirty="0">
              <a:solidFill>
                <a:schemeClr val="tx2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368EBF8-F3DC-09EE-9985-7B9EB799FDDF}"/>
              </a:ext>
            </a:extLst>
          </p:cNvPr>
          <p:cNvSpPr>
            <a:spLocks noGrp="1" noChangeArrowheads="1"/>
          </p:cNvSpPr>
          <p:nvPr>
            <p:ph type="subTitle" idx="5"/>
          </p:nvPr>
        </p:nvSpPr>
        <p:spPr bwMode="auto">
          <a:xfrm>
            <a:off x="2168914" y="1075378"/>
            <a:ext cx="53399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Paper and PDF certificates are easy to manipulate</a:t>
            </a:r>
          </a:p>
        </p:txBody>
      </p:sp>
      <p:sp>
        <p:nvSpPr>
          <p:cNvPr id="10" name="Google Shape;182;p40">
            <a:extLst>
              <a:ext uri="{FF2B5EF4-FFF2-40B4-BE49-F238E27FC236}">
                <a16:creationId xmlns:a16="http://schemas.microsoft.com/office/drawing/2014/main" id="{D8FBBF37-0FC2-AA5A-8F07-748D9DCFA503}"/>
              </a:ext>
            </a:extLst>
          </p:cNvPr>
          <p:cNvSpPr txBox="1">
            <a:spLocks/>
          </p:cNvSpPr>
          <p:nvPr/>
        </p:nvSpPr>
        <p:spPr>
          <a:xfrm>
            <a:off x="2168914" y="2893493"/>
            <a:ext cx="5724267" cy="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GB" sz="1600" dirty="0"/>
              <a:t>Companies waste time verifying educational history</a:t>
            </a:r>
          </a:p>
        </p:txBody>
      </p:sp>
      <p:sp>
        <p:nvSpPr>
          <p:cNvPr id="11" name="Google Shape;186;p40">
            <a:extLst>
              <a:ext uri="{FF2B5EF4-FFF2-40B4-BE49-F238E27FC236}">
                <a16:creationId xmlns:a16="http://schemas.microsoft.com/office/drawing/2014/main" id="{4C4450C9-EE4B-104B-D476-1483FE41A56D}"/>
              </a:ext>
            </a:extLst>
          </p:cNvPr>
          <p:cNvSpPr txBox="1">
            <a:spLocks/>
          </p:cNvSpPr>
          <p:nvPr/>
        </p:nvSpPr>
        <p:spPr>
          <a:xfrm>
            <a:off x="1306159" y="2733122"/>
            <a:ext cx="83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dirty="0"/>
              <a:t>04</a:t>
            </a:r>
          </a:p>
        </p:txBody>
      </p:sp>
      <p:cxnSp>
        <p:nvCxnSpPr>
          <p:cNvPr id="12" name="Google Shape;189;p40">
            <a:extLst>
              <a:ext uri="{FF2B5EF4-FFF2-40B4-BE49-F238E27FC236}">
                <a16:creationId xmlns:a16="http://schemas.microsoft.com/office/drawing/2014/main" id="{A4387CF2-DACF-BD8A-A1E0-0CB34523BEDC}"/>
              </a:ext>
            </a:extLst>
          </p:cNvPr>
          <p:cNvCxnSpPr/>
          <p:nvPr/>
        </p:nvCxnSpPr>
        <p:spPr>
          <a:xfrm>
            <a:off x="1589311" y="3389219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3" name="Google Shape;182;p40">
            <a:extLst>
              <a:ext uri="{FF2B5EF4-FFF2-40B4-BE49-F238E27FC236}">
                <a16:creationId xmlns:a16="http://schemas.microsoft.com/office/drawing/2014/main" id="{D15F24A4-505A-A2A3-3C56-18490DAE8FA3}"/>
              </a:ext>
            </a:extLst>
          </p:cNvPr>
          <p:cNvSpPr txBox="1">
            <a:spLocks/>
          </p:cNvSpPr>
          <p:nvPr/>
        </p:nvSpPr>
        <p:spPr>
          <a:xfrm>
            <a:off x="2141059" y="3587378"/>
            <a:ext cx="5724267" cy="507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/>
            <a:r>
              <a:rPr lang="en-IE" sz="1600"/>
              <a:t>No universal </a:t>
            </a:r>
            <a:r>
              <a:rPr lang="en-IE" sz="1600" dirty="0"/>
              <a:t>trusted system for instant verification</a:t>
            </a:r>
            <a:endParaRPr lang="en-GB" sz="1600" dirty="0"/>
          </a:p>
        </p:txBody>
      </p:sp>
      <p:sp>
        <p:nvSpPr>
          <p:cNvPr id="14" name="Google Shape;186;p40">
            <a:extLst>
              <a:ext uri="{FF2B5EF4-FFF2-40B4-BE49-F238E27FC236}">
                <a16:creationId xmlns:a16="http://schemas.microsoft.com/office/drawing/2014/main" id="{6C2520A4-ADB5-ECE6-051C-7F423114D6F2}"/>
              </a:ext>
            </a:extLst>
          </p:cNvPr>
          <p:cNvSpPr txBox="1">
            <a:spLocks/>
          </p:cNvSpPr>
          <p:nvPr/>
        </p:nvSpPr>
        <p:spPr>
          <a:xfrm>
            <a:off x="1306160" y="3439091"/>
            <a:ext cx="83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dirty="0"/>
              <a:t>05</a:t>
            </a:r>
          </a:p>
        </p:txBody>
      </p:sp>
      <p:cxnSp>
        <p:nvCxnSpPr>
          <p:cNvPr id="15" name="Google Shape;189;p40">
            <a:extLst>
              <a:ext uri="{FF2B5EF4-FFF2-40B4-BE49-F238E27FC236}">
                <a16:creationId xmlns:a16="http://schemas.microsoft.com/office/drawing/2014/main" id="{B68BF53F-CF35-CAA8-9621-8810752E2BA8}"/>
              </a:ext>
            </a:extLst>
          </p:cNvPr>
          <p:cNvCxnSpPr/>
          <p:nvPr/>
        </p:nvCxnSpPr>
        <p:spPr>
          <a:xfrm>
            <a:off x="1558763" y="4113261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6;p43">
            <a:extLst>
              <a:ext uri="{FF2B5EF4-FFF2-40B4-BE49-F238E27FC236}">
                <a16:creationId xmlns:a16="http://schemas.microsoft.com/office/drawing/2014/main" id="{035D0B06-FBDE-C29B-71D4-BED3F581DFA4}"/>
              </a:ext>
            </a:extLst>
          </p:cNvPr>
          <p:cNvSpPr txBox="1">
            <a:spLocks/>
          </p:cNvSpPr>
          <p:nvPr/>
        </p:nvSpPr>
        <p:spPr>
          <a:xfrm>
            <a:off x="292104" y="408711"/>
            <a:ext cx="7275857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E" dirty="0">
                <a:solidFill>
                  <a:schemeClr val="tx2"/>
                </a:solidFill>
              </a:rPr>
              <a:t>Blockchain-Based Certificate Issuance &amp; Verification</a:t>
            </a:r>
          </a:p>
        </p:txBody>
      </p:sp>
      <p:pic>
        <p:nvPicPr>
          <p:cNvPr id="1028" name="Picture 4" descr="Smart Contracts - 1Kosmos">
            <a:extLst>
              <a:ext uri="{FF2B5EF4-FFF2-40B4-BE49-F238E27FC236}">
                <a16:creationId xmlns:a16="http://schemas.microsoft.com/office/drawing/2014/main" id="{1D253F9D-4E6A-C9D0-BA1A-8A8B9720A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9635" y="2739231"/>
            <a:ext cx="3464365" cy="240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1B5202-B692-CBFC-029A-944690662F51}"/>
              </a:ext>
            </a:extLst>
          </p:cNvPr>
          <p:cNvSpPr txBox="1"/>
          <p:nvPr/>
        </p:nvSpPr>
        <p:spPr>
          <a:xfrm>
            <a:off x="415021" y="775474"/>
            <a:ext cx="7275857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Institutions issue certificates as </a:t>
            </a:r>
            <a:r>
              <a:rPr lang="en-GB" sz="1600" dirty="0" err="1">
                <a:solidFill>
                  <a:schemeClr val="bg1"/>
                </a:solidFill>
              </a:rPr>
              <a:t>soulbound</a:t>
            </a:r>
            <a:r>
              <a:rPr lang="en-GB" sz="1600" dirty="0">
                <a:solidFill>
                  <a:schemeClr val="bg1"/>
                </a:solidFill>
              </a:rPr>
              <a:t> NFTs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Students own their certificate in their Web3 wallet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Verifiers simply enter a wallet address → instant validation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Certificates stored on IPFS, decentralized and tamper-proof</a:t>
            </a: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1"/>
                </a:solidFill>
              </a:rPr>
              <a:t>Fully transparent, </a:t>
            </a:r>
            <a:r>
              <a:rPr lang="en-GB" sz="1600" dirty="0" err="1">
                <a:solidFill>
                  <a:schemeClr val="bg1"/>
                </a:solidFill>
              </a:rPr>
              <a:t>trustless</a:t>
            </a:r>
            <a:r>
              <a:rPr lang="en-GB" sz="1600" dirty="0">
                <a:solidFill>
                  <a:schemeClr val="bg1"/>
                </a:solidFill>
              </a:rPr>
              <a:t>, and impossible to forge</a:t>
            </a:r>
            <a:endParaRPr lang="en-IE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43">
            <a:extLst>
              <a:ext uri="{FF2B5EF4-FFF2-40B4-BE49-F238E27FC236}">
                <a16:creationId xmlns:a16="http://schemas.microsoft.com/office/drawing/2014/main" id="{1E0E3614-B4F8-6DAB-992C-89D0ED3B9372}"/>
              </a:ext>
            </a:extLst>
          </p:cNvPr>
          <p:cNvSpPr txBox="1">
            <a:spLocks/>
          </p:cNvSpPr>
          <p:nvPr/>
        </p:nvSpPr>
        <p:spPr>
          <a:xfrm>
            <a:off x="860143" y="364820"/>
            <a:ext cx="3711857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E" b="1" dirty="0">
                <a:solidFill>
                  <a:schemeClr val="tx2"/>
                </a:solidFill>
              </a:rPr>
              <a:t>How </a:t>
            </a:r>
            <a:r>
              <a:rPr lang="en-IE" b="1" dirty="0" err="1">
                <a:solidFill>
                  <a:schemeClr val="tx2"/>
                </a:solidFill>
              </a:rPr>
              <a:t>VeriDegree</a:t>
            </a:r>
            <a:r>
              <a:rPr lang="en-IE" b="1" dirty="0">
                <a:solidFill>
                  <a:schemeClr val="tx2"/>
                </a:solidFill>
              </a:rPr>
              <a:t> Works</a:t>
            </a:r>
            <a:endParaRPr lang="en-IE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8FF113-BA41-B189-9D6C-E80A703D85CD}"/>
              </a:ext>
            </a:extLst>
          </p:cNvPr>
          <p:cNvSpPr txBox="1"/>
          <p:nvPr/>
        </p:nvSpPr>
        <p:spPr>
          <a:xfrm>
            <a:off x="800680" y="793930"/>
            <a:ext cx="70300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bg1"/>
                </a:solidFill>
              </a:rPr>
              <a:t>Issuer Dashboard</a:t>
            </a:r>
            <a:r>
              <a:rPr lang="en-IE" dirty="0">
                <a:solidFill>
                  <a:schemeClr val="bg1"/>
                </a:solidFill>
              </a:rPr>
              <a:t>: Issue certificate → Upload image → IPFS metadata → Smart contract mint</a:t>
            </a:r>
          </a:p>
          <a:p>
            <a:r>
              <a:rPr lang="en-IE" b="1" dirty="0">
                <a:solidFill>
                  <a:schemeClr val="bg1"/>
                </a:solidFill>
              </a:rPr>
              <a:t>Smart Contract</a:t>
            </a:r>
            <a:r>
              <a:rPr lang="en-IE" dirty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IE" dirty="0">
                <a:solidFill>
                  <a:schemeClr val="bg1"/>
                </a:solidFill>
              </a:rPr>
              <a:t>Non-transferable </a:t>
            </a:r>
            <a:r>
              <a:rPr lang="en-IE" dirty="0" err="1">
                <a:solidFill>
                  <a:schemeClr val="bg1"/>
                </a:solidFill>
              </a:rPr>
              <a:t>Soulbound</a:t>
            </a:r>
            <a:r>
              <a:rPr lang="en-IE" dirty="0">
                <a:solidFill>
                  <a:schemeClr val="bg1"/>
                </a:solidFill>
              </a:rPr>
              <a:t> NFTs</a:t>
            </a:r>
          </a:p>
          <a:p>
            <a:pPr lvl="1"/>
            <a:r>
              <a:rPr lang="en-IE" dirty="0">
                <a:solidFill>
                  <a:schemeClr val="bg1"/>
                </a:solidFill>
              </a:rPr>
              <a:t>Prevents duplicates</a:t>
            </a:r>
          </a:p>
          <a:p>
            <a:pPr lvl="1"/>
            <a:r>
              <a:rPr lang="en-IE" dirty="0">
                <a:solidFill>
                  <a:schemeClr val="bg1"/>
                </a:solidFill>
              </a:rPr>
              <a:t>Public on-chain certificate info</a:t>
            </a:r>
          </a:p>
          <a:p>
            <a:r>
              <a:rPr lang="en-IE" b="1" dirty="0">
                <a:solidFill>
                  <a:schemeClr val="bg1"/>
                </a:solidFill>
              </a:rPr>
              <a:t>Viewer Dashboard</a:t>
            </a:r>
            <a:r>
              <a:rPr lang="en-IE" dirty="0">
                <a:solidFill>
                  <a:schemeClr val="bg1"/>
                </a:solidFill>
              </a:rPr>
              <a:t>: Students view certificate + IPFS image</a:t>
            </a:r>
          </a:p>
          <a:p>
            <a:r>
              <a:rPr lang="en-IE" b="1" dirty="0">
                <a:solidFill>
                  <a:schemeClr val="bg1"/>
                </a:solidFill>
              </a:rPr>
              <a:t>Verifier Dashboard</a:t>
            </a:r>
            <a:r>
              <a:rPr lang="en-IE" dirty="0">
                <a:solidFill>
                  <a:schemeClr val="bg1"/>
                </a:solidFill>
              </a:rPr>
              <a:t>: Enter wallet → Fetch NFT → Display certificate + metadata</a:t>
            </a:r>
          </a:p>
        </p:txBody>
      </p:sp>
      <p:grpSp>
        <p:nvGrpSpPr>
          <p:cNvPr id="7" name="Google Shape;374;p53">
            <a:extLst>
              <a:ext uri="{FF2B5EF4-FFF2-40B4-BE49-F238E27FC236}">
                <a16:creationId xmlns:a16="http://schemas.microsoft.com/office/drawing/2014/main" id="{CE0ABCDC-5F54-EE0F-973B-1D8880965663}"/>
              </a:ext>
            </a:extLst>
          </p:cNvPr>
          <p:cNvGrpSpPr/>
          <p:nvPr/>
        </p:nvGrpSpPr>
        <p:grpSpPr>
          <a:xfrm>
            <a:off x="324229" y="3359727"/>
            <a:ext cx="3111700" cy="1655773"/>
            <a:chOff x="1026196" y="1670465"/>
            <a:chExt cx="5127114" cy="2606763"/>
          </a:xfrm>
        </p:grpSpPr>
        <p:sp>
          <p:nvSpPr>
            <p:cNvPr id="8" name="Google Shape;375;p53">
              <a:extLst>
                <a:ext uri="{FF2B5EF4-FFF2-40B4-BE49-F238E27FC236}">
                  <a16:creationId xmlns:a16="http://schemas.microsoft.com/office/drawing/2014/main" id="{DA9377DC-8DFB-0A99-FEC1-54CE9F12DC13}"/>
                </a:ext>
              </a:extLst>
            </p:cNvPr>
            <p:cNvSpPr/>
            <p:nvPr/>
          </p:nvSpPr>
          <p:spPr>
            <a:xfrm>
              <a:off x="5343527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76;p53">
              <a:extLst>
                <a:ext uri="{FF2B5EF4-FFF2-40B4-BE49-F238E27FC236}">
                  <a16:creationId xmlns:a16="http://schemas.microsoft.com/office/drawing/2014/main" id="{68F2CF4B-1D22-FB92-3B9B-5B2119B7E5DA}"/>
                </a:ext>
              </a:extLst>
            </p:cNvPr>
            <p:cNvSpPr/>
            <p:nvPr/>
          </p:nvSpPr>
          <p:spPr>
            <a:xfrm>
              <a:off x="5343527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77;p53">
              <a:extLst>
                <a:ext uri="{FF2B5EF4-FFF2-40B4-BE49-F238E27FC236}">
                  <a16:creationId xmlns:a16="http://schemas.microsoft.com/office/drawing/2014/main" id="{F3480CF2-0CA6-5541-8F2A-5573AD4A6E3C}"/>
                </a:ext>
              </a:extLst>
            </p:cNvPr>
            <p:cNvSpPr/>
            <p:nvPr/>
          </p:nvSpPr>
          <p:spPr>
            <a:xfrm>
              <a:off x="5343527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78;p53">
              <a:extLst>
                <a:ext uri="{FF2B5EF4-FFF2-40B4-BE49-F238E27FC236}">
                  <a16:creationId xmlns:a16="http://schemas.microsoft.com/office/drawing/2014/main" id="{2476F0F9-C813-A013-BA88-4BA62136635D}"/>
                </a:ext>
              </a:extLst>
            </p:cNvPr>
            <p:cNvSpPr/>
            <p:nvPr/>
          </p:nvSpPr>
          <p:spPr>
            <a:xfrm>
              <a:off x="5398193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79;p53">
              <a:extLst>
                <a:ext uri="{FF2B5EF4-FFF2-40B4-BE49-F238E27FC236}">
                  <a16:creationId xmlns:a16="http://schemas.microsoft.com/office/drawing/2014/main" id="{265F8135-30BE-E3E8-10B8-D56AEA4F956D}"/>
                </a:ext>
              </a:extLst>
            </p:cNvPr>
            <p:cNvSpPr/>
            <p:nvPr/>
          </p:nvSpPr>
          <p:spPr>
            <a:xfrm>
              <a:off x="5398193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0;p53">
              <a:extLst>
                <a:ext uri="{FF2B5EF4-FFF2-40B4-BE49-F238E27FC236}">
                  <a16:creationId xmlns:a16="http://schemas.microsoft.com/office/drawing/2014/main" id="{609A21B1-B711-1072-01FB-308387274EA9}"/>
                </a:ext>
              </a:extLst>
            </p:cNvPr>
            <p:cNvSpPr/>
            <p:nvPr/>
          </p:nvSpPr>
          <p:spPr>
            <a:xfrm>
              <a:off x="5452716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1;p53">
              <a:extLst>
                <a:ext uri="{FF2B5EF4-FFF2-40B4-BE49-F238E27FC236}">
                  <a16:creationId xmlns:a16="http://schemas.microsoft.com/office/drawing/2014/main" id="{F9BEBFA6-5478-FF60-B005-4E775C3F9658}"/>
                </a:ext>
              </a:extLst>
            </p:cNvPr>
            <p:cNvSpPr/>
            <p:nvPr/>
          </p:nvSpPr>
          <p:spPr>
            <a:xfrm>
              <a:off x="5452716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2;p53">
              <a:extLst>
                <a:ext uri="{FF2B5EF4-FFF2-40B4-BE49-F238E27FC236}">
                  <a16:creationId xmlns:a16="http://schemas.microsoft.com/office/drawing/2014/main" id="{E7A0E293-7C98-0764-339F-9723A4B9E2B6}"/>
                </a:ext>
              </a:extLst>
            </p:cNvPr>
            <p:cNvSpPr/>
            <p:nvPr/>
          </p:nvSpPr>
          <p:spPr>
            <a:xfrm>
              <a:off x="5452716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3;p53">
              <a:extLst>
                <a:ext uri="{FF2B5EF4-FFF2-40B4-BE49-F238E27FC236}">
                  <a16:creationId xmlns:a16="http://schemas.microsoft.com/office/drawing/2014/main" id="{2A50E704-5EE1-0A32-ECD6-D1C5474E4E98}"/>
                </a:ext>
              </a:extLst>
            </p:cNvPr>
            <p:cNvSpPr/>
            <p:nvPr/>
          </p:nvSpPr>
          <p:spPr>
            <a:xfrm>
              <a:off x="5507399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4;p53">
              <a:extLst>
                <a:ext uri="{FF2B5EF4-FFF2-40B4-BE49-F238E27FC236}">
                  <a16:creationId xmlns:a16="http://schemas.microsoft.com/office/drawing/2014/main" id="{564A83F5-8066-1904-0ABB-0AD79D371070}"/>
                </a:ext>
              </a:extLst>
            </p:cNvPr>
            <p:cNvSpPr/>
            <p:nvPr/>
          </p:nvSpPr>
          <p:spPr>
            <a:xfrm>
              <a:off x="5507399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5;p53">
              <a:extLst>
                <a:ext uri="{FF2B5EF4-FFF2-40B4-BE49-F238E27FC236}">
                  <a16:creationId xmlns:a16="http://schemas.microsoft.com/office/drawing/2014/main" id="{427BE423-6F9F-0A54-3C4E-6598DCAA92CC}"/>
                </a:ext>
              </a:extLst>
            </p:cNvPr>
            <p:cNvSpPr/>
            <p:nvPr/>
          </p:nvSpPr>
          <p:spPr>
            <a:xfrm>
              <a:off x="5507399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6;p53">
              <a:extLst>
                <a:ext uri="{FF2B5EF4-FFF2-40B4-BE49-F238E27FC236}">
                  <a16:creationId xmlns:a16="http://schemas.microsoft.com/office/drawing/2014/main" id="{C30EE3B4-E4E5-8A37-93EA-CF8161FD6802}"/>
                </a:ext>
              </a:extLst>
            </p:cNvPr>
            <p:cNvSpPr/>
            <p:nvPr/>
          </p:nvSpPr>
          <p:spPr>
            <a:xfrm>
              <a:off x="5507399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7;p53">
              <a:extLst>
                <a:ext uri="{FF2B5EF4-FFF2-40B4-BE49-F238E27FC236}">
                  <a16:creationId xmlns:a16="http://schemas.microsoft.com/office/drawing/2014/main" id="{B804B0A2-DD3B-E334-71D8-DEFADE0277E0}"/>
                </a:ext>
              </a:extLst>
            </p:cNvPr>
            <p:cNvSpPr/>
            <p:nvPr/>
          </p:nvSpPr>
          <p:spPr>
            <a:xfrm>
              <a:off x="5507399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8;p53">
              <a:extLst>
                <a:ext uri="{FF2B5EF4-FFF2-40B4-BE49-F238E27FC236}">
                  <a16:creationId xmlns:a16="http://schemas.microsoft.com/office/drawing/2014/main" id="{7865B6FC-A529-9DDC-A2F3-2169BBA86636}"/>
                </a:ext>
              </a:extLst>
            </p:cNvPr>
            <p:cNvSpPr/>
            <p:nvPr/>
          </p:nvSpPr>
          <p:spPr>
            <a:xfrm>
              <a:off x="561777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9;p53">
              <a:extLst>
                <a:ext uri="{FF2B5EF4-FFF2-40B4-BE49-F238E27FC236}">
                  <a16:creationId xmlns:a16="http://schemas.microsoft.com/office/drawing/2014/main" id="{BE4EA8B2-6B1B-DFF1-5E3E-1DFA39D857EE}"/>
                </a:ext>
              </a:extLst>
            </p:cNvPr>
            <p:cNvSpPr/>
            <p:nvPr/>
          </p:nvSpPr>
          <p:spPr>
            <a:xfrm>
              <a:off x="561777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0;p53">
              <a:extLst>
                <a:ext uri="{FF2B5EF4-FFF2-40B4-BE49-F238E27FC236}">
                  <a16:creationId xmlns:a16="http://schemas.microsoft.com/office/drawing/2014/main" id="{F5890062-C685-B3F6-0011-0AC4F3205FA1}"/>
                </a:ext>
              </a:extLst>
            </p:cNvPr>
            <p:cNvSpPr/>
            <p:nvPr/>
          </p:nvSpPr>
          <p:spPr>
            <a:xfrm>
              <a:off x="561777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1;p53">
              <a:extLst>
                <a:ext uri="{FF2B5EF4-FFF2-40B4-BE49-F238E27FC236}">
                  <a16:creationId xmlns:a16="http://schemas.microsoft.com/office/drawing/2014/main" id="{1D73DF30-1066-FCE2-85D9-5FEC9987E3C9}"/>
                </a:ext>
              </a:extLst>
            </p:cNvPr>
            <p:cNvSpPr/>
            <p:nvPr/>
          </p:nvSpPr>
          <p:spPr>
            <a:xfrm>
              <a:off x="561777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2;p53">
              <a:extLst>
                <a:ext uri="{FF2B5EF4-FFF2-40B4-BE49-F238E27FC236}">
                  <a16:creationId xmlns:a16="http://schemas.microsoft.com/office/drawing/2014/main" id="{F77CEA85-05C9-FEEE-DBE6-4D4388EE86DB}"/>
                </a:ext>
              </a:extLst>
            </p:cNvPr>
            <p:cNvSpPr/>
            <p:nvPr/>
          </p:nvSpPr>
          <p:spPr>
            <a:xfrm>
              <a:off x="561777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3;p53">
              <a:extLst>
                <a:ext uri="{FF2B5EF4-FFF2-40B4-BE49-F238E27FC236}">
                  <a16:creationId xmlns:a16="http://schemas.microsoft.com/office/drawing/2014/main" id="{E9F68D9C-B294-2B53-7BA9-F16D63EA4FC5}"/>
                </a:ext>
              </a:extLst>
            </p:cNvPr>
            <p:cNvSpPr/>
            <p:nvPr/>
          </p:nvSpPr>
          <p:spPr>
            <a:xfrm>
              <a:off x="5673029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4;p53">
              <a:extLst>
                <a:ext uri="{FF2B5EF4-FFF2-40B4-BE49-F238E27FC236}">
                  <a16:creationId xmlns:a16="http://schemas.microsoft.com/office/drawing/2014/main" id="{C15A092C-579C-DFE6-00AB-42758B6ACC37}"/>
                </a:ext>
              </a:extLst>
            </p:cNvPr>
            <p:cNvSpPr/>
            <p:nvPr/>
          </p:nvSpPr>
          <p:spPr>
            <a:xfrm>
              <a:off x="5673029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5;p53">
              <a:extLst>
                <a:ext uri="{FF2B5EF4-FFF2-40B4-BE49-F238E27FC236}">
                  <a16:creationId xmlns:a16="http://schemas.microsoft.com/office/drawing/2014/main" id="{4BBE0406-4688-6910-6D08-817C423CAACA}"/>
                </a:ext>
              </a:extLst>
            </p:cNvPr>
            <p:cNvSpPr/>
            <p:nvPr/>
          </p:nvSpPr>
          <p:spPr>
            <a:xfrm>
              <a:off x="5673029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6;p53">
              <a:extLst>
                <a:ext uri="{FF2B5EF4-FFF2-40B4-BE49-F238E27FC236}">
                  <a16:creationId xmlns:a16="http://schemas.microsoft.com/office/drawing/2014/main" id="{73D9BB74-4000-BE8B-2650-183B36CABA41}"/>
                </a:ext>
              </a:extLst>
            </p:cNvPr>
            <p:cNvSpPr/>
            <p:nvPr/>
          </p:nvSpPr>
          <p:spPr>
            <a:xfrm>
              <a:off x="5452716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;p53">
              <a:extLst>
                <a:ext uri="{FF2B5EF4-FFF2-40B4-BE49-F238E27FC236}">
                  <a16:creationId xmlns:a16="http://schemas.microsoft.com/office/drawing/2014/main" id="{863E38F4-5F73-BA9C-E04A-B318370D7FEF}"/>
                </a:ext>
              </a:extLst>
            </p:cNvPr>
            <p:cNvSpPr/>
            <p:nvPr/>
          </p:nvSpPr>
          <p:spPr>
            <a:xfrm>
              <a:off x="5398193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8;p53">
              <a:extLst>
                <a:ext uri="{FF2B5EF4-FFF2-40B4-BE49-F238E27FC236}">
                  <a16:creationId xmlns:a16="http://schemas.microsoft.com/office/drawing/2014/main" id="{CCBC88CC-FFE0-C032-96CD-6F56E6EA9AD9}"/>
                </a:ext>
              </a:extLst>
            </p:cNvPr>
            <p:cNvSpPr/>
            <p:nvPr/>
          </p:nvSpPr>
          <p:spPr>
            <a:xfrm>
              <a:off x="5343527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9;p53">
              <a:extLst>
                <a:ext uri="{FF2B5EF4-FFF2-40B4-BE49-F238E27FC236}">
                  <a16:creationId xmlns:a16="http://schemas.microsoft.com/office/drawing/2014/main" id="{AD93C277-99A1-F54B-E562-833A457B58CC}"/>
                </a:ext>
              </a:extLst>
            </p:cNvPr>
            <p:cNvSpPr/>
            <p:nvPr/>
          </p:nvSpPr>
          <p:spPr>
            <a:xfrm>
              <a:off x="512495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0;p53">
              <a:extLst>
                <a:ext uri="{FF2B5EF4-FFF2-40B4-BE49-F238E27FC236}">
                  <a16:creationId xmlns:a16="http://schemas.microsoft.com/office/drawing/2014/main" id="{CC46231D-30BD-E225-1107-B0D402A42435}"/>
                </a:ext>
              </a:extLst>
            </p:cNvPr>
            <p:cNvSpPr/>
            <p:nvPr/>
          </p:nvSpPr>
          <p:spPr>
            <a:xfrm>
              <a:off x="512495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01;p53">
              <a:extLst>
                <a:ext uri="{FF2B5EF4-FFF2-40B4-BE49-F238E27FC236}">
                  <a16:creationId xmlns:a16="http://schemas.microsoft.com/office/drawing/2014/main" id="{CB9FF35C-9956-9E50-7360-1669D9F2F8F9}"/>
                </a:ext>
              </a:extLst>
            </p:cNvPr>
            <p:cNvSpPr/>
            <p:nvPr/>
          </p:nvSpPr>
          <p:spPr>
            <a:xfrm>
              <a:off x="5179494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02;p53">
              <a:extLst>
                <a:ext uri="{FF2B5EF4-FFF2-40B4-BE49-F238E27FC236}">
                  <a16:creationId xmlns:a16="http://schemas.microsoft.com/office/drawing/2014/main" id="{1C8D8E92-A806-8AA6-3EEB-D2C095EC8450}"/>
                </a:ext>
              </a:extLst>
            </p:cNvPr>
            <p:cNvSpPr/>
            <p:nvPr/>
          </p:nvSpPr>
          <p:spPr>
            <a:xfrm>
              <a:off x="5179494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03;p53">
              <a:extLst>
                <a:ext uri="{FF2B5EF4-FFF2-40B4-BE49-F238E27FC236}">
                  <a16:creationId xmlns:a16="http://schemas.microsoft.com/office/drawing/2014/main" id="{2A975D32-23E3-B22B-9592-0FD2AB0E21D9}"/>
                </a:ext>
              </a:extLst>
            </p:cNvPr>
            <p:cNvSpPr/>
            <p:nvPr/>
          </p:nvSpPr>
          <p:spPr>
            <a:xfrm>
              <a:off x="5179494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04;p53">
              <a:extLst>
                <a:ext uri="{FF2B5EF4-FFF2-40B4-BE49-F238E27FC236}">
                  <a16:creationId xmlns:a16="http://schemas.microsoft.com/office/drawing/2014/main" id="{D683315D-7CA3-CCF2-F4EF-753662962C88}"/>
                </a:ext>
              </a:extLst>
            </p:cNvPr>
            <p:cNvSpPr/>
            <p:nvPr/>
          </p:nvSpPr>
          <p:spPr>
            <a:xfrm>
              <a:off x="523416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05;p53">
              <a:extLst>
                <a:ext uri="{FF2B5EF4-FFF2-40B4-BE49-F238E27FC236}">
                  <a16:creationId xmlns:a16="http://schemas.microsoft.com/office/drawing/2014/main" id="{F9B1B39B-72CB-5A36-9108-53A1A65B8843}"/>
                </a:ext>
              </a:extLst>
            </p:cNvPr>
            <p:cNvSpPr/>
            <p:nvPr/>
          </p:nvSpPr>
          <p:spPr>
            <a:xfrm>
              <a:off x="5234160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06;p53">
              <a:extLst>
                <a:ext uri="{FF2B5EF4-FFF2-40B4-BE49-F238E27FC236}">
                  <a16:creationId xmlns:a16="http://schemas.microsoft.com/office/drawing/2014/main" id="{3E4586EF-06C1-DCFA-55E3-DB2C521291E3}"/>
                </a:ext>
              </a:extLst>
            </p:cNvPr>
            <p:cNvSpPr/>
            <p:nvPr/>
          </p:nvSpPr>
          <p:spPr>
            <a:xfrm>
              <a:off x="5234160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7;p53">
              <a:extLst>
                <a:ext uri="{FF2B5EF4-FFF2-40B4-BE49-F238E27FC236}">
                  <a16:creationId xmlns:a16="http://schemas.microsoft.com/office/drawing/2014/main" id="{5975CBA5-4559-392A-1887-D8CF4B02B746}"/>
                </a:ext>
              </a:extLst>
            </p:cNvPr>
            <p:cNvSpPr/>
            <p:nvPr/>
          </p:nvSpPr>
          <p:spPr>
            <a:xfrm>
              <a:off x="5234160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08;p53">
              <a:extLst>
                <a:ext uri="{FF2B5EF4-FFF2-40B4-BE49-F238E27FC236}">
                  <a16:creationId xmlns:a16="http://schemas.microsoft.com/office/drawing/2014/main" id="{685CC756-90F9-F91B-AC81-C017324F18D3}"/>
                </a:ext>
              </a:extLst>
            </p:cNvPr>
            <p:cNvSpPr/>
            <p:nvPr/>
          </p:nvSpPr>
          <p:spPr>
            <a:xfrm>
              <a:off x="528884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09;p53">
              <a:extLst>
                <a:ext uri="{FF2B5EF4-FFF2-40B4-BE49-F238E27FC236}">
                  <a16:creationId xmlns:a16="http://schemas.microsoft.com/office/drawing/2014/main" id="{2C37678C-DFE7-F502-CAAB-B74358E1DC4C}"/>
                </a:ext>
              </a:extLst>
            </p:cNvPr>
            <p:cNvSpPr/>
            <p:nvPr/>
          </p:nvSpPr>
          <p:spPr>
            <a:xfrm>
              <a:off x="528884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10;p53">
              <a:extLst>
                <a:ext uri="{FF2B5EF4-FFF2-40B4-BE49-F238E27FC236}">
                  <a16:creationId xmlns:a16="http://schemas.microsoft.com/office/drawing/2014/main" id="{EC6FD884-CCA2-9060-94A4-601ECBDB3812}"/>
                </a:ext>
              </a:extLst>
            </p:cNvPr>
            <p:cNvSpPr/>
            <p:nvPr/>
          </p:nvSpPr>
          <p:spPr>
            <a:xfrm>
              <a:off x="5288844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11;p53">
              <a:extLst>
                <a:ext uri="{FF2B5EF4-FFF2-40B4-BE49-F238E27FC236}">
                  <a16:creationId xmlns:a16="http://schemas.microsoft.com/office/drawing/2014/main" id="{432202CD-49B0-F058-C35F-1BE4665ACCAE}"/>
                </a:ext>
              </a:extLst>
            </p:cNvPr>
            <p:cNvSpPr/>
            <p:nvPr/>
          </p:nvSpPr>
          <p:spPr>
            <a:xfrm>
              <a:off x="5288844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12;p53">
              <a:extLst>
                <a:ext uri="{FF2B5EF4-FFF2-40B4-BE49-F238E27FC236}">
                  <a16:creationId xmlns:a16="http://schemas.microsoft.com/office/drawing/2014/main" id="{FFD020E3-1D8D-6871-01A8-04CBBBC7B92D}"/>
                </a:ext>
              </a:extLst>
            </p:cNvPr>
            <p:cNvSpPr/>
            <p:nvPr/>
          </p:nvSpPr>
          <p:spPr>
            <a:xfrm>
              <a:off x="528884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13;p53">
              <a:extLst>
                <a:ext uri="{FF2B5EF4-FFF2-40B4-BE49-F238E27FC236}">
                  <a16:creationId xmlns:a16="http://schemas.microsoft.com/office/drawing/2014/main" id="{2046D19B-7A38-0D78-14D7-D53C335044A2}"/>
                </a:ext>
              </a:extLst>
            </p:cNvPr>
            <p:cNvSpPr/>
            <p:nvPr/>
          </p:nvSpPr>
          <p:spPr>
            <a:xfrm>
              <a:off x="5999339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14;p53">
              <a:extLst>
                <a:ext uri="{FF2B5EF4-FFF2-40B4-BE49-F238E27FC236}">
                  <a16:creationId xmlns:a16="http://schemas.microsoft.com/office/drawing/2014/main" id="{D5C2568C-49F4-55EC-7FBA-34B56C399C3A}"/>
                </a:ext>
              </a:extLst>
            </p:cNvPr>
            <p:cNvSpPr/>
            <p:nvPr/>
          </p:nvSpPr>
          <p:spPr>
            <a:xfrm>
              <a:off x="57807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15;p53">
              <a:extLst>
                <a:ext uri="{FF2B5EF4-FFF2-40B4-BE49-F238E27FC236}">
                  <a16:creationId xmlns:a16="http://schemas.microsoft.com/office/drawing/2014/main" id="{F131E8F2-B671-ECD4-7EA6-207775203999}"/>
                </a:ext>
              </a:extLst>
            </p:cNvPr>
            <p:cNvSpPr/>
            <p:nvPr/>
          </p:nvSpPr>
          <p:spPr>
            <a:xfrm>
              <a:off x="57807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16;p53">
              <a:extLst>
                <a:ext uri="{FF2B5EF4-FFF2-40B4-BE49-F238E27FC236}">
                  <a16:creationId xmlns:a16="http://schemas.microsoft.com/office/drawing/2014/main" id="{0E06E25E-E2A8-F1B8-ACFB-98EDC5DDF6CF}"/>
                </a:ext>
              </a:extLst>
            </p:cNvPr>
            <p:cNvSpPr/>
            <p:nvPr/>
          </p:nvSpPr>
          <p:spPr>
            <a:xfrm>
              <a:off x="583544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17;p53">
              <a:extLst>
                <a:ext uri="{FF2B5EF4-FFF2-40B4-BE49-F238E27FC236}">
                  <a16:creationId xmlns:a16="http://schemas.microsoft.com/office/drawing/2014/main" id="{4CA167EB-F456-F985-2DCC-92E32FCDFEFC}"/>
                </a:ext>
              </a:extLst>
            </p:cNvPr>
            <p:cNvSpPr/>
            <p:nvPr/>
          </p:nvSpPr>
          <p:spPr>
            <a:xfrm>
              <a:off x="5725955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18;p53">
              <a:extLst>
                <a:ext uri="{FF2B5EF4-FFF2-40B4-BE49-F238E27FC236}">
                  <a16:creationId xmlns:a16="http://schemas.microsoft.com/office/drawing/2014/main" id="{7018F96D-01F5-5993-1A17-B3D5E210B7D4}"/>
                </a:ext>
              </a:extLst>
            </p:cNvPr>
            <p:cNvSpPr/>
            <p:nvPr/>
          </p:nvSpPr>
          <p:spPr>
            <a:xfrm>
              <a:off x="561674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19;p53">
              <a:extLst>
                <a:ext uri="{FF2B5EF4-FFF2-40B4-BE49-F238E27FC236}">
                  <a16:creationId xmlns:a16="http://schemas.microsoft.com/office/drawing/2014/main" id="{A15ED6C2-380E-FBAB-E1C1-2D1994399904}"/>
                </a:ext>
              </a:extLst>
            </p:cNvPr>
            <p:cNvSpPr/>
            <p:nvPr/>
          </p:nvSpPr>
          <p:spPr>
            <a:xfrm>
              <a:off x="5343527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20;p53">
              <a:extLst>
                <a:ext uri="{FF2B5EF4-FFF2-40B4-BE49-F238E27FC236}">
                  <a16:creationId xmlns:a16="http://schemas.microsoft.com/office/drawing/2014/main" id="{4A9AFB2B-FE4D-0C05-E8E5-539A88C15F33}"/>
                </a:ext>
              </a:extLst>
            </p:cNvPr>
            <p:cNvSpPr/>
            <p:nvPr/>
          </p:nvSpPr>
          <p:spPr>
            <a:xfrm>
              <a:off x="5507399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21;p53">
              <a:extLst>
                <a:ext uri="{FF2B5EF4-FFF2-40B4-BE49-F238E27FC236}">
                  <a16:creationId xmlns:a16="http://schemas.microsoft.com/office/drawing/2014/main" id="{5DD8003D-C6F9-5B7F-B579-2556A7874396}"/>
                </a:ext>
              </a:extLst>
            </p:cNvPr>
            <p:cNvSpPr/>
            <p:nvPr/>
          </p:nvSpPr>
          <p:spPr>
            <a:xfrm>
              <a:off x="5507399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22;p53">
              <a:extLst>
                <a:ext uri="{FF2B5EF4-FFF2-40B4-BE49-F238E27FC236}">
                  <a16:creationId xmlns:a16="http://schemas.microsoft.com/office/drawing/2014/main" id="{2AF281FD-AAE1-43DB-3A51-A2FE798F2FD2}"/>
                </a:ext>
              </a:extLst>
            </p:cNvPr>
            <p:cNvSpPr/>
            <p:nvPr/>
          </p:nvSpPr>
          <p:spPr>
            <a:xfrm>
              <a:off x="5452716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23;p53">
              <a:extLst>
                <a:ext uri="{FF2B5EF4-FFF2-40B4-BE49-F238E27FC236}">
                  <a16:creationId xmlns:a16="http://schemas.microsoft.com/office/drawing/2014/main" id="{14EFDA90-1E58-8079-E9CF-325727051B93}"/>
                </a:ext>
              </a:extLst>
            </p:cNvPr>
            <p:cNvSpPr/>
            <p:nvPr/>
          </p:nvSpPr>
          <p:spPr>
            <a:xfrm>
              <a:off x="5452716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24;p53">
              <a:extLst>
                <a:ext uri="{FF2B5EF4-FFF2-40B4-BE49-F238E27FC236}">
                  <a16:creationId xmlns:a16="http://schemas.microsoft.com/office/drawing/2014/main" id="{1A2BA2F1-954C-2A45-F020-E2EE9F5360A6}"/>
                </a:ext>
              </a:extLst>
            </p:cNvPr>
            <p:cNvSpPr/>
            <p:nvPr/>
          </p:nvSpPr>
          <p:spPr>
            <a:xfrm>
              <a:off x="5398193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25;p53">
              <a:extLst>
                <a:ext uri="{FF2B5EF4-FFF2-40B4-BE49-F238E27FC236}">
                  <a16:creationId xmlns:a16="http://schemas.microsoft.com/office/drawing/2014/main" id="{EFB40377-3567-D909-630D-4D46F2D65929}"/>
                </a:ext>
              </a:extLst>
            </p:cNvPr>
            <p:cNvSpPr/>
            <p:nvPr/>
          </p:nvSpPr>
          <p:spPr>
            <a:xfrm>
              <a:off x="5398193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26;p53">
              <a:extLst>
                <a:ext uri="{FF2B5EF4-FFF2-40B4-BE49-F238E27FC236}">
                  <a16:creationId xmlns:a16="http://schemas.microsoft.com/office/drawing/2014/main" id="{1AE9A69C-041F-EA0F-DD22-B5FB5C4E2509}"/>
                </a:ext>
              </a:extLst>
            </p:cNvPr>
            <p:cNvSpPr/>
            <p:nvPr/>
          </p:nvSpPr>
          <p:spPr>
            <a:xfrm>
              <a:off x="5944655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27;p53">
              <a:extLst>
                <a:ext uri="{FF2B5EF4-FFF2-40B4-BE49-F238E27FC236}">
                  <a16:creationId xmlns:a16="http://schemas.microsoft.com/office/drawing/2014/main" id="{B6079E31-79E7-310B-8739-F33A19E16032}"/>
                </a:ext>
              </a:extLst>
            </p:cNvPr>
            <p:cNvSpPr/>
            <p:nvPr/>
          </p:nvSpPr>
          <p:spPr>
            <a:xfrm>
              <a:off x="5889989" y="4075010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28;p53">
              <a:extLst>
                <a:ext uri="{FF2B5EF4-FFF2-40B4-BE49-F238E27FC236}">
                  <a16:creationId xmlns:a16="http://schemas.microsoft.com/office/drawing/2014/main" id="{0720D70D-F4D6-D034-D019-59ED2D8C0531}"/>
                </a:ext>
              </a:extLst>
            </p:cNvPr>
            <p:cNvSpPr/>
            <p:nvPr/>
          </p:nvSpPr>
          <p:spPr>
            <a:xfrm>
              <a:off x="5889989" y="402032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29;p53">
              <a:extLst>
                <a:ext uri="{FF2B5EF4-FFF2-40B4-BE49-F238E27FC236}">
                  <a16:creationId xmlns:a16="http://schemas.microsoft.com/office/drawing/2014/main" id="{B442C7D8-47C2-D141-6421-C6FF41CA3097}"/>
                </a:ext>
              </a:extLst>
            </p:cNvPr>
            <p:cNvSpPr/>
            <p:nvPr/>
          </p:nvSpPr>
          <p:spPr>
            <a:xfrm>
              <a:off x="583544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30;p53">
              <a:extLst>
                <a:ext uri="{FF2B5EF4-FFF2-40B4-BE49-F238E27FC236}">
                  <a16:creationId xmlns:a16="http://schemas.microsoft.com/office/drawing/2014/main" id="{E729D40B-5B8B-4999-94CA-2A7D6F720FC6}"/>
                </a:ext>
              </a:extLst>
            </p:cNvPr>
            <p:cNvSpPr/>
            <p:nvPr/>
          </p:nvSpPr>
          <p:spPr>
            <a:xfrm>
              <a:off x="5507399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431;p53">
              <a:extLst>
                <a:ext uri="{FF2B5EF4-FFF2-40B4-BE49-F238E27FC236}">
                  <a16:creationId xmlns:a16="http://schemas.microsoft.com/office/drawing/2014/main" id="{BA861A32-E785-1B92-26CD-6B0D31B78EF0}"/>
                </a:ext>
              </a:extLst>
            </p:cNvPr>
            <p:cNvSpPr/>
            <p:nvPr/>
          </p:nvSpPr>
          <p:spPr>
            <a:xfrm>
              <a:off x="5562083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432;p53">
              <a:extLst>
                <a:ext uri="{FF2B5EF4-FFF2-40B4-BE49-F238E27FC236}">
                  <a16:creationId xmlns:a16="http://schemas.microsoft.com/office/drawing/2014/main" id="{5E4C0FDB-D6ED-E793-EDE8-EE66B8F6B514}"/>
                </a:ext>
              </a:extLst>
            </p:cNvPr>
            <p:cNvSpPr/>
            <p:nvPr/>
          </p:nvSpPr>
          <p:spPr>
            <a:xfrm>
              <a:off x="5562083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433;p53">
              <a:extLst>
                <a:ext uri="{FF2B5EF4-FFF2-40B4-BE49-F238E27FC236}">
                  <a16:creationId xmlns:a16="http://schemas.microsoft.com/office/drawing/2014/main" id="{CD769954-482F-AC24-5A2C-FB9B7C8EF47F}"/>
                </a:ext>
              </a:extLst>
            </p:cNvPr>
            <p:cNvSpPr/>
            <p:nvPr/>
          </p:nvSpPr>
          <p:spPr>
            <a:xfrm>
              <a:off x="5562083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434;p53">
              <a:extLst>
                <a:ext uri="{FF2B5EF4-FFF2-40B4-BE49-F238E27FC236}">
                  <a16:creationId xmlns:a16="http://schemas.microsoft.com/office/drawing/2014/main" id="{0B687B2B-635C-BF60-1DAA-3EE7B7396781}"/>
                </a:ext>
              </a:extLst>
            </p:cNvPr>
            <p:cNvSpPr/>
            <p:nvPr/>
          </p:nvSpPr>
          <p:spPr>
            <a:xfrm>
              <a:off x="5562083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435;p53">
              <a:extLst>
                <a:ext uri="{FF2B5EF4-FFF2-40B4-BE49-F238E27FC236}">
                  <a16:creationId xmlns:a16="http://schemas.microsoft.com/office/drawing/2014/main" id="{DCBD3BE3-A70F-5747-5A0A-F271CB9675EE}"/>
                </a:ext>
              </a:extLst>
            </p:cNvPr>
            <p:cNvSpPr/>
            <p:nvPr/>
          </p:nvSpPr>
          <p:spPr>
            <a:xfrm>
              <a:off x="5562083" y="37471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436;p53">
              <a:extLst>
                <a:ext uri="{FF2B5EF4-FFF2-40B4-BE49-F238E27FC236}">
                  <a16:creationId xmlns:a16="http://schemas.microsoft.com/office/drawing/2014/main" id="{25976F3E-ECD4-D54B-A18D-A5DA18A9DFA6}"/>
                </a:ext>
              </a:extLst>
            </p:cNvPr>
            <p:cNvSpPr/>
            <p:nvPr/>
          </p:nvSpPr>
          <p:spPr>
            <a:xfrm>
              <a:off x="5562083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437;p53">
              <a:extLst>
                <a:ext uri="{FF2B5EF4-FFF2-40B4-BE49-F238E27FC236}">
                  <a16:creationId xmlns:a16="http://schemas.microsoft.com/office/drawing/2014/main" id="{D384BB9A-20AF-7716-BD91-F71D811DAB87}"/>
                </a:ext>
              </a:extLst>
            </p:cNvPr>
            <p:cNvSpPr/>
            <p:nvPr/>
          </p:nvSpPr>
          <p:spPr>
            <a:xfrm>
              <a:off x="5562083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438;p53">
              <a:extLst>
                <a:ext uri="{FF2B5EF4-FFF2-40B4-BE49-F238E27FC236}">
                  <a16:creationId xmlns:a16="http://schemas.microsoft.com/office/drawing/2014/main" id="{6B21BFAD-452D-99FC-B96C-96D4D8DECFC5}"/>
                </a:ext>
              </a:extLst>
            </p:cNvPr>
            <p:cNvSpPr/>
            <p:nvPr/>
          </p:nvSpPr>
          <p:spPr>
            <a:xfrm>
              <a:off x="5507399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439;p53">
              <a:extLst>
                <a:ext uri="{FF2B5EF4-FFF2-40B4-BE49-F238E27FC236}">
                  <a16:creationId xmlns:a16="http://schemas.microsoft.com/office/drawing/2014/main" id="{FB188B62-61C6-0A63-D44E-00B2328D8D0A}"/>
                </a:ext>
              </a:extLst>
            </p:cNvPr>
            <p:cNvSpPr/>
            <p:nvPr/>
          </p:nvSpPr>
          <p:spPr>
            <a:xfrm>
              <a:off x="5507399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440;p53">
              <a:extLst>
                <a:ext uri="{FF2B5EF4-FFF2-40B4-BE49-F238E27FC236}">
                  <a16:creationId xmlns:a16="http://schemas.microsoft.com/office/drawing/2014/main" id="{171D5CE5-FAD5-2DFA-E865-42CA02605A83}"/>
                </a:ext>
              </a:extLst>
            </p:cNvPr>
            <p:cNvSpPr/>
            <p:nvPr/>
          </p:nvSpPr>
          <p:spPr>
            <a:xfrm>
              <a:off x="5507399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441;p53">
              <a:extLst>
                <a:ext uri="{FF2B5EF4-FFF2-40B4-BE49-F238E27FC236}">
                  <a16:creationId xmlns:a16="http://schemas.microsoft.com/office/drawing/2014/main" id="{44D3C7B2-5509-DF15-8E4F-C2BEC425C79D}"/>
                </a:ext>
              </a:extLst>
            </p:cNvPr>
            <p:cNvSpPr/>
            <p:nvPr/>
          </p:nvSpPr>
          <p:spPr>
            <a:xfrm>
              <a:off x="5452716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442;p53">
              <a:extLst>
                <a:ext uri="{FF2B5EF4-FFF2-40B4-BE49-F238E27FC236}">
                  <a16:creationId xmlns:a16="http://schemas.microsoft.com/office/drawing/2014/main" id="{7ACA3963-83EE-5859-9435-2028FEC6477E}"/>
                </a:ext>
              </a:extLst>
            </p:cNvPr>
            <p:cNvSpPr/>
            <p:nvPr/>
          </p:nvSpPr>
          <p:spPr>
            <a:xfrm>
              <a:off x="5452716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443;p53">
              <a:extLst>
                <a:ext uri="{FF2B5EF4-FFF2-40B4-BE49-F238E27FC236}">
                  <a16:creationId xmlns:a16="http://schemas.microsoft.com/office/drawing/2014/main" id="{A3408715-7B67-4FF9-6CA6-C22A3B417F69}"/>
                </a:ext>
              </a:extLst>
            </p:cNvPr>
            <p:cNvSpPr/>
            <p:nvPr/>
          </p:nvSpPr>
          <p:spPr>
            <a:xfrm>
              <a:off x="5452716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444;p53">
              <a:extLst>
                <a:ext uri="{FF2B5EF4-FFF2-40B4-BE49-F238E27FC236}">
                  <a16:creationId xmlns:a16="http://schemas.microsoft.com/office/drawing/2014/main" id="{337C52B6-9BCC-D4D7-6FA0-EC1C1DF0CBA9}"/>
                </a:ext>
              </a:extLst>
            </p:cNvPr>
            <p:cNvSpPr/>
            <p:nvPr/>
          </p:nvSpPr>
          <p:spPr>
            <a:xfrm>
              <a:off x="5452716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445;p53">
              <a:extLst>
                <a:ext uri="{FF2B5EF4-FFF2-40B4-BE49-F238E27FC236}">
                  <a16:creationId xmlns:a16="http://schemas.microsoft.com/office/drawing/2014/main" id="{CC77CF4E-25CC-6090-5BB2-ADF89AE6247E}"/>
                </a:ext>
              </a:extLst>
            </p:cNvPr>
            <p:cNvSpPr/>
            <p:nvPr/>
          </p:nvSpPr>
          <p:spPr>
            <a:xfrm>
              <a:off x="5398193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446;p53">
              <a:extLst>
                <a:ext uri="{FF2B5EF4-FFF2-40B4-BE49-F238E27FC236}">
                  <a16:creationId xmlns:a16="http://schemas.microsoft.com/office/drawing/2014/main" id="{A0B5EAEA-D808-C248-AAD3-76E694EBB6B4}"/>
                </a:ext>
              </a:extLst>
            </p:cNvPr>
            <p:cNvSpPr/>
            <p:nvPr/>
          </p:nvSpPr>
          <p:spPr>
            <a:xfrm>
              <a:off x="5398193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447;p53">
              <a:extLst>
                <a:ext uri="{FF2B5EF4-FFF2-40B4-BE49-F238E27FC236}">
                  <a16:creationId xmlns:a16="http://schemas.microsoft.com/office/drawing/2014/main" id="{84E36316-C2C2-4F36-8BFD-3E387543945A}"/>
                </a:ext>
              </a:extLst>
            </p:cNvPr>
            <p:cNvSpPr/>
            <p:nvPr/>
          </p:nvSpPr>
          <p:spPr>
            <a:xfrm>
              <a:off x="5398193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448;p53">
              <a:extLst>
                <a:ext uri="{FF2B5EF4-FFF2-40B4-BE49-F238E27FC236}">
                  <a16:creationId xmlns:a16="http://schemas.microsoft.com/office/drawing/2014/main" id="{DF55DE50-1390-245C-13F1-5953D4A58492}"/>
                </a:ext>
              </a:extLst>
            </p:cNvPr>
            <p:cNvSpPr/>
            <p:nvPr/>
          </p:nvSpPr>
          <p:spPr>
            <a:xfrm>
              <a:off x="5398193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449;p53">
              <a:extLst>
                <a:ext uri="{FF2B5EF4-FFF2-40B4-BE49-F238E27FC236}">
                  <a16:creationId xmlns:a16="http://schemas.microsoft.com/office/drawing/2014/main" id="{2DF38772-75B3-5AFA-7A5D-636926570285}"/>
                </a:ext>
              </a:extLst>
            </p:cNvPr>
            <p:cNvSpPr/>
            <p:nvPr/>
          </p:nvSpPr>
          <p:spPr>
            <a:xfrm>
              <a:off x="5343527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450;p53">
              <a:extLst>
                <a:ext uri="{FF2B5EF4-FFF2-40B4-BE49-F238E27FC236}">
                  <a16:creationId xmlns:a16="http://schemas.microsoft.com/office/drawing/2014/main" id="{33A0A21A-1EE5-FDE8-7542-3F0B03A80152}"/>
                </a:ext>
              </a:extLst>
            </p:cNvPr>
            <p:cNvSpPr/>
            <p:nvPr/>
          </p:nvSpPr>
          <p:spPr>
            <a:xfrm>
              <a:off x="5343527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451;p53">
              <a:extLst>
                <a:ext uri="{FF2B5EF4-FFF2-40B4-BE49-F238E27FC236}">
                  <a16:creationId xmlns:a16="http://schemas.microsoft.com/office/drawing/2014/main" id="{92445419-87C7-F1FE-BB07-5D28E312D5DE}"/>
                </a:ext>
              </a:extLst>
            </p:cNvPr>
            <p:cNvSpPr/>
            <p:nvPr/>
          </p:nvSpPr>
          <p:spPr>
            <a:xfrm>
              <a:off x="5343527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452;p53">
              <a:extLst>
                <a:ext uri="{FF2B5EF4-FFF2-40B4-BE49-F238E27FC236}">
                  <a16:creationId xmlns:a16="http://schemas.microsoft.com/office/drawing/2014/main" id="{5EA83A1D-6311-BC79-08CD-D3CE3A9DD7A2}"/>
                </a:ext>
              </a:extLst>
            </p:cNvPr>
            <p:cNvSpPr/>
            <p:nvPr/>
          </p:nvSpPr>
          <p:spPr>
            <a:xfrm>
              <a:off x="528884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453;p53">
              <a:extLst>
                <a:ext uri="{FF2B5EF4-FFF2-40B4-BE49-F238E27FC236}">
                  <a16:creationId xmlns:a16="http://schemas.microsoft.com/office/drawing/2014/main" id="{9D532734-B1E5-3659-E7D8-D9CF2FC66677}"/>
                </a:ext>
              </a:extLst>
            </p:cNvPr>
            <p:cNvSpPr/>
            <p:nvPr/>
          </p:nvSpPr>
          <p:spPr>
            <a:xfrm>
              <a:off x="528884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454;p53">
              <a:extLst>
                <a:ext uri="{FF2B5EF4-FFF2-40B4-BE49-F238E27FC236}">
                  <a16:creationId xmlns:a16="http://schemas.microsoft.com/office/drawing/2014/main" id="{2AA736B7-CD29-8D59-4368-D261BAE885E7}"/>
                </a:ext>
              </a:extLst>
            </p:cNvPr>
            <p:cNvSpPr/>
            <p:nvPr/>
          </p:nvSpPr>
          <p:spPr>
            <a:xfrm>
              <a:off x="5234160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455;p53">
              <a:extLst>
                <a:ext uri="{FF2B5EF4-FFF2-40B4-BE49-F238E27FC236}">
                  <a16:creationId xmlns:a16="http://schemas.microsoft.com/office/drawing/2014/main" id="{4E08348D-EAE7-3441-6F0B-D0C2D5BFF9E7}"/>
                </a:ext>
              </a:extLst>
            </p:cNvPr>
            <p:cNvSpPr/>
            <p:nvPr/>
          </p:nvSpPr>
          <p:spPr>
            <a:xfrm>
              <a:off x="5234160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456;p53">
              <a:extLst>
                <a:ext uri="{FF2B5EF4-FFF2-40B4-BE49-F238E27FC236}">
                  <a16:creationId xmlns:a16="http://schemas.microsoft.com/office/drawing/2014/main" id="{ACF94378-4A7D-0261-A7B6-CE28621075B7}"/>
                </a:ext>
              </a:extLst>
            </p:cNvPr>
            <p:cNvSpPr/>
            <p:nvPr/>
          </p:nvSpPr>
          <p:spPr>
            <a:xfrm>
              <a:off x="5179494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457;p53">
              <a:extLst>
                <a:ext uri="{FF2B5EF4-FFF2-40B4-BE49-F238E27FC236}">
                  <a16:creationId xmlns:a16="http://schemas.microsoft.com/office/drawing/2014/main" id="{AA896CBC-5DAC-5AF5-4F6A-26DD791A6318}"/>
                </a:ext>
              </a:extLst>
            </p:cNvPr>
            <p:cNvSpPr/>
            <p:nvPr/>
          </p:nvSpPr>
          <p:spPr>
            <a:xfrm>
              <a:off x="517949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458;p53">
              <a:extLst>
                <a:ext uri="{FF2B5EF4-FFF2-40B4-BE49-F238E27FC236}">
                  <a16:creationId xmlns:a16="http://schemas.microsoft.com/office/drawing/2014/main" id="{8FFFF5A0-9662-058E-2F97-B8B522E2EC04}"/>
                </a:ext>
              </a:extLst>
            </p:cNvPr>
            <p:cNvSpPr/>
            <p:nvPr/>
          </p:nvSpPr>
          <p:spPr>
            <a:xfrm>
              <a:off x="5179494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459;p53">
              <a:extLst>
                <a:ext uri="{FF2B5EF4-FFF2-40B4-BE49-F238E27FC236}">
                  <a16:creationId xmlns:a16="http://schemas.microsoft.com/office/drawing/2014/main" id="{EF39A952-F1E2-67C7-AD03-58E6B7ADCB9D}"/>
                </a:ext>
              </a:extLst>
            </p:cNvPr>
            <p:cNvSpPr/>
            <p:nvPr/>
          </p:nvSpPr>
          <p:spPr>
            <a:xfrm>
              <a:off x="5124954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460;p53">
              <a:extLst>
                <a:ext uri="{FF2B5EF4-FFF2-40B4-BE49-F238E27FC236}">
                  <a16:creationId xmlns:a16="http://schemas.microsoft.com/office/drawing/2014/main" id="{F8705EA9-65C7-D436-5680-7BC47FEE9A68}"/>
                </a:ext>
              </a:extLst>
            </p:cNvPr>
            <p:cNvSpPr/>
            <p:nvPr/>
          </p:nvSpPr>
          <p:spPr>
            <a:xfrm>
              <a:off x="5124954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461;p53">
              <a:extLst>
                <a:ext uri="{FF2B5EF4-FFF2-40B4-BE49-F238E27FC236}">
                  <a16:creationId xmlns:a16="http://schemas.microsoft.com/office/drawing/2014/main" id="{FA72DC1F-D7BD-F217-0F94-5EBA602E80B3}"/>
                </a:ext>
              </a:extLst>
            </p:cNvPr>
            <p:cNvSpPr/>
            <p:nvPr/>
          </p:nvSpPr>
          <p:spPr>
            <a:xfrm>
              <a:off x="5124954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462;p53">
              <a:extLst>
                <a:ext uri="{FF2B5EF4-FFF2-40B4-BE49-F238E27FC236}">
                  <a16:creationId xmlns:a16="http://schemas.microsoft.com/office/drawing/2014/main" id="{A5B16A5A-7156-3761-37CF-8A6670544BBB}"/>
                </a:ext>
              </a:extLst>
            </p:cNvPr>
            <p:cNvSpPr/>
            <p:nvPr/>
          </p:nvSpPr>
          <p:spPr>
            <a:xfrm>
              <a:off x="507028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463;p53">
              <a:extLst>
                <a:ext uri="{FF2B5EF4-FFF2-40B4-BE49-F238E27FC236}">
                  <a16:creationId xmlns:a16="http://schemas.microsoft.com/office/drawing/2014/main" id="{1C382232-3DAD-D933-1E3D-370704FFAE64}"/>
                </a:ext>
              </a:extLst>
            </p:cNvPr>
            <p:cNvSpPr/>
            <p:nvPr/>
          </p:nvSpPr>
          <p:spPr>
            <a:xfrm>
              <a:off x="507028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464;p53">
              <a:extLst>
                <a:ext uri="{FF2B5EF4-FFF2-40B4-BE49-F238E27FC236}">
                  <a16:creationId xmlns:a16="http://schemas.microsoft.com/office/drawing/2014/main" id="{280C6E7E-020A-6FD7-829E-258875D1DAD2}"/>
                </a:ext>
              </a:extLst>
            </p:cNvPr>
            <p:cNvSpPr/>
            <p:nvPr/>
          </p:nvSpPr>
          <p:spPr>
            <a:xfrm>
              <a:off x="5070288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465;p53">
              <a:extLst>
                <a:ext uri="{FF2B5EF4-FFF2-40B4-BE49-F238E27FC236}">
                  <a16:creationId xmlns:a16="http://schemas.microsoft.com/office/drawing/2014/main" id="{9FAABB70-7B9E-A692-9D65-E419BFF97A11}"/>
                </a:ext>
              </a:extLst>
            </p:cNvPr>
            <p:cNvSpPr/>
            <p:nvPr/>
          </p:nvSpPr>
          <p:spPr>
            <a:xfrm>
              <a:off x="5070288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466;p53">
              <a:extLst>
                <a:ext uri="{FF2B5EF4-FFF2-40B4-BE49-F238E27FC236}">
                  <a16:creationId xmlns:a16="http://schemas.microsoft.com/office/drawing/2014/main" id="{04E1952F-29EE-4A36-F811-B529B49803F2}"/>
                </a:ext>
              </a:extLst>
            </p:cNvPr>
            <p:cNvSpPr/>
            <p:nvPr/>
          </p:nvSpPr>
          <p:spPr>
            <a:xfrm>
              <a:off x="4086571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467;p53">
              <a:extLst>
                <a:ext uri="{FF2B5EF4-FFF2-40B4-BE49-F238E27FC236}">
                  <a16:creationId xmlns:a16="http://schemas.microsoft.com/office/drawing/2014/main" id="{43D0D083-EA97-D3FD-D528-E3FBC15ECBF7}"/>
                </a:ext>
              </a:extLst>
            </p:cNvPr>
            <p:cNvSpPr/>
            <p:nvPr/>
          </p:nvSpPr>
          <p:spPr>
            <a:xfrm>
              <a:off x="4086571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468;p53">
              <a:extLst>
                <a:ext uri="{FF2B5EF4-FFF2-40B4-BE49-F238E27FC236}">
                  <a16:creationId xmlns:a16="http://schemas.microsoft.com/office/drawing/2014/main" id="{16CEA75C-ABDC-1DB5-3A90-17E9A39A7A22}"/>
                </a:ext>
              </a:extLst>
            </p:cNvPr>
            <p:cNvSpPr/>
            <p:nvPr/>
          </p:nvSpPr>
          <p:spPr>
            <a:xfrm>
              <a:off x="4086571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469;p53">
              <a:extLst>
                <a:ext uri="{FF2B5EF4-FFF2-40B4-BE49-F238E27FC236}">
                  <a16:creationId xmlns:a16="http://schemas.microsoft.com/office/drawing/2014/main" id="{83538B8D-4ACD-B0D5-996B-919C23D2E00E}"/>
                </a:ext>
              </a:extLst>
            </p:cNvPr>
            <p:cNvSpPr/>
            <p:nvPr/>
          </p:nvSpPr>
          <p:spPr>
            <a:xfrm>
              <a:off x="403188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470;p53">
              <a:extLst>
                <a:ext uri="{FF2B5EF4-FFF2-40B4-BE49-F238E27FC236}">
                  <a16:creationId xmlns:a16="http://schemas.microsoft.com/office/drawing/2014/main" id="{95341252-CDBF-08FE-E698-2A8F30EB5A35}"/>
                </a:ext>
              </a:extLst>
            </p:cNvPr>
            <p:cNvSpPr/>
            <p:nvPr/>
          </p:nvSpPr>
          <p:spPr>
            <a:xfrm>
              <a:off x="4031887" y="3692564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471;p53">
              <a:extLst>
                <a:ext uri="{FF2B5EF4-FFF2-40B4-BE49-F238E27FC236}">
                  <a16:creationId xmlns:a16="http://schemas.microsoft.com/office/drawing/2014/main" id="{9DFC3093-6631-7057-78BE-3C341E10F5A9}"/>
                </a:ext>
              </a:extLst>
            </p:cNvPr>
            <p:cNvSpPr/>
            <p:nvPr/>
          </p:nvSpPr>
          <p:spPr>
            <a:xfrm>
              <a:off x="403188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472;p53">
              <a:extLst>
                <a:ext uri="{FF2B5EF4-FFF2-40B4-BE49-F238E27FC236}">
                  <a16:creationId xmlns:a16="http://schemas.microsoft.com/office/drawing/2014/main" id="{78B7DF87-07DD-90E0-6FD8-0CADDE41EFCD}"/>
                </a:ext>
              </a:extLst>
            </p:cNvPr>
            <p:cNvSpPr/>
            <p:nvPr/>
          </p:nvSpPr>
          <p:spPr>
            <a:xfrm>
              <a:off x="3977203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473;p53">
              <a:extLst>
                <a:ext uri="{FF2B5EF4-FFF2-40B4-BE49-F238E27FC236}">
                  <a16:creationId xmlns:a16="http://schemas.microsoft.com/office/drawing/2014/main" id="{52127676-64EE-BA37-F27C-EC4406608DE1}"/>
                </a:ext>
              </a:extLst>
            </p:cNvPr>
            <p:cNvSpPr/>
            <p:nvPr/>
          </p:nvSpPr>
          <p:spPr>
            <a:xfrm>
              <a:off x="3977203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474;p53">
              <a:extLst>
                <a:ext uri="{FF2B5EF4-FFF2-40B4-BE49-F238E27FC236}">
                  <a16:creationId xmlns:a16="http://schemas.microsoft.com/office/drawing/2014/main" id="{E5F1A3CE-B2E8-12A6-5DFA-97C92C46D99E}"/>
                </a:ext>
              </a:extLst>
            </p:cNvPr>
            <p:cNvSpPr/>
            <p:nvPr/>
          </p:nvSpPr>
          <p:spPr>
            <a:xfrm>
              <a:off x="370412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475;p53">
              <a:extLst>
                <a:ext uri="{FF2B5EF4-FFF2-40B4-BE49-F238E27FC236}">
                  <a16:creationId xmlns:a16="http://schemas.microsoft.com/office/drawing/2014/main" id="{99C1E916-E67F-710D-1087-121FF7B7C2FA}"/>
                </a:ext>
              </a:extLst>
            </p:cNvPr>
            <p:cNvSpPr/>
            <p:nvPr/>
          </p:nvSpPr>
          <p:spPr>
            <a:xfrm>
              <a:off x="370412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476;p53">
              <a:extLst>
                <a:ext uri="{FF2B5EF4-FFF2-40B4-BE49-F238E27FC236}">
                  <a16:creationId xmlns:a16="http://schemas.microsoft.com/office/drawing/2014/main" id="{DCC81294-D754-6B4F-99D9-02ABBE4E244E}"/>
                </a:ext>
              </a:extLst>
            </p:cNvPr>
            <p:cNvSpPr/>
            <p:nvPr/>
          </p:nvSpPr>
          <p:spPr>
            <a:xfrm>
              <a:off x="370412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477;p53">
              <a:extLst>
                <a:ext uri="{FF2B5EF4-FFF2-40B4-BE49-F238E27FC236}">
                  <a16:creationId xmlns:a16="http://schemas.microsoft.com/office/drawing/2014/main" id="{BE7B3B8C-A2C0-CC70-B348-48B847A46090}"/>
                </a:ext>
              </a:extLst>
            </p:cNvPr>
            <p:cNvSpPr/>
            <p:nvPr/>
          </p:nvSpPr>
          <p:spPr>
            <a:xfrm>
              <a:off x="370412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478;p53">
              <a:extLst>
                <a:ext uri="{FF2B5EF4-FFF2-40B4-BE49-F238E27FC236}">
                  <a16:creationId xmlns:a16="http://schemas.microsoft.com/office/drawing/2014/main" id="{0988DC80-A502-3FBE-F1DB-75DC68706985}"/>
                </a:ext>
              </a:extLst>
            </p:cNvPr>
            <p:cNvSpPr/>
            <p:nvPr/>
          </p:nvSpPr>
          <p:spPr>
            <a:xfrm>
              <a:off x="370412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479;p53">
              <a:extLst>
                <a:ext uri="{FF2B5EF4-FFF2-40B4-BE49-F238E27FC236}">
                  <a16:creationId xmlns:a16="http://schemas.microsoft.com/office/drawing/2014/main" id="{75149BB9-0A66-AE0C-1E46-E0CD57ED3FE6}"/>
                </a:ext>
              </a:extLst>
            </p:cNvPr>
            <p:cNvSpPr/>
            <p:nvPr/>
          </p:nvSpPr>
          <p:spPr>
            <a:xfrm>
              <a:off x="3704125" y="32006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480;p53">
              <a:extLst>
                <a:ext uri="{FF2B5EF4-FFF2-40B4-BE49-F238E27FC236}">
                  <a16:creationId xmlns:a16="http://schemas.microsoft.com/office/drawing/2014/main" id="{E75E9211-92A4-5701-0C42-A5DBE01A8D2C}"/>
                </a:ext>
              </a:extLst>
            </p:cNvPr>
            <p:cNvSpPr/>
            <p:nvPr/>
          </p:nvSpPr>
          <p:spPr>
            <a:xfrm>
              <a:off x="370412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481;p53">
              <a:extLst>
                <a:ext uri="{FF2B5EF4-FFF2-40B4-BE49-F238E27FC236}">
                  <a16:creationId xmlns:a16="http://schemas.microsoft.com/office/drawing/2014/main" id="{1D1121B4-5265-E68C-B1B2-37BDC0C01C38}"/>
                </a:ext>
              </a:extLst>
            </p:cNvPr>
            <p:cNvSpPr/>
            <p:nvPr/>
          </p:nvSpPr>
          <p:spPr>
            <a:xfrm>
              <a:off x="370412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482;p53">
              <a:extLst>
                <a:ext uri="{FF2B5EF4-FFF2-40B4-BE49-F238E27FC236}">
                  <a16:creationId xmlns:a16="http://schemas.microsoft.com/office/drawing/2014/main" id="{CEFF8816-63CD-632B-7071-831CFC1A665B}"/>
                </a:ext>
              </a:extLst>
            </p:cNvPr>
            <p:cNvSpPr/>
            <p:nvPr/>
          </p:nvSpPr>
          <p:spPr>
            <a:xfrm>
              <a:off x="370412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483;p53">
              <a:extLst>
                <a:ext uri="{FF2B5EF4-FFF2-40B4-BE49-F238E27FC236}">
                  <a16:creationId xmlns:a16="http://schemas.microsoft.com/office/drawing/2014/main" id="{3A2FF5CE-23DC-8EDB-6010-479F36DC0357}"/>
                </a:ext>
              </a:extLst>
            </p:cNvPr>
            <p:cNvSpPr/>
            <p:nvPr/>
          </p:nvSpPr>
          <p:spPr>
            <a:xfrm>
              <a:off x="37041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484;p53">
              <a:extLst>
                <a:ext uri="{FF2B5EF4-FFF2-40B4-BE49-F238E27FC236}">
                  <a16:creationId xmlns:a16="http://schemas.microsoft.com/office/drawing/2014/main" id="{EB40BD4C-252D-2C7E-1BCB-02649155273F}"/>
                </a:ext>
              </a:extLst>
            </p:cNvPr>
            <p:cNvSpPr/>
            <p:nvPr/>
          </p:nvSpPr>
          <p:spPr>
            <a:xfrm>
              <a:off x="370412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485;p53">
              <a:extLst>
                <a:ext uri="{FF2B5EF4-FFF2-40B4-BE49-F238E27FC236}">
                  <a16:creationId xmlns:a16="http://schemas.microsoft.com/office/drawing/2014/main" id="{7BBBC669-2C30-96BD-1024-B5A0398BF42F}"/>
                </a:ext>
              </a:extLst>
            </p:cNvPr>
            <p:cNvSpPr/>
            <p:nvPr/>
          </p:nvSpPr>
          <p:spPr>
            <a:xfrm>
              <a:off x="37041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486;p53">
              <a:extLst>
                <a:ext uri="{FF2B5EF4-FFF2-40B4-BE49-F238E27FC236}">
                  <a16:creationId xmlns:a16="http://schemas.microsoft.com/office/drawing/2014/main" id="{1291DB38-7F11-071E-783F-1D764ECC2BF5}"/>
                </a:ext>
              </a:extLst>
            </p:cNvPr>
            <p:cNvSpPr/>
            <p:nvPr/>
          </p:nvSpPr>
          <p:spPr>
            <a:xfrm>
              <a:off x="37041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487;p53">
              <a:extLst>
                <a:ext uri="{FF2B5EF4-FFF2-40B4-BE49-F238E27FC236}">
                  <a16:creationId xmlns:a16="http://schemas.microsoft.com/office/drawing/2014/main" id="{AD478DCC-4627-A3AB-AA53-BE94D8A59D09}"/>
                </a:ext>
              </a:extLst>
            </p:cNvPr>
            <p:cNvSpPr/>
            <p:nvPr/>
          </p:nvSpPr>
          <p:spPr>
            <a:xfrm>
              <a:off x="370412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488;p53">
              <a:extLst>
                <a:ext uri="{FF2B5EF4-FFF2-40B4-BE49-F238E27FC236}">
                  <a16:creationId xmlns:a16="http://schemas.microsoft.com/office/drawing/2014/main" id="{23D7EFEF-9CCE-771A-A6EA-7B504639F8A2}"/>
                </a:ext>
              </a:extLst>
            </p:cNvPr>
            <p:cNvSpPr/>
            <p:nvPr/>
          </p:nvSpPr>
          <p:spPr>
            <a:xfrm>
              <a:off x="370412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489;p53">
              <a:extLst>
                <a:ext uri="{FF2B5EF4-FFF2-40B4-BE49-F238E27FC236}">
                  <a16:creationId xmlns:a16="http://schemas.microsoft.com/office/drawing/2014/main" id="{E3542501-133C-B9B7-48B8-671682BB590B}"/>
                </a:ext>
              </a:extLst>
            </p:cNvPr>
            <p:cNvSpPr/>
            <p:nvPr/>
          </p:nvSpPr>
          <p:spPr>
            <a:xfrm>
              <a:off x="37041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490;p53">
              <a:extLst>
                <a:ext uri="{FF2B5EF4-FFF2-40B4-BE49-F238E27FC236}">
                  <a16:creationId xmlns:a16="http://schemas.microsoft.com/office/drawing/2014/main" id="{8AEBF02B-4D7C-67C9-2CF6-1B46FA26A351}"/>
                </a:ext>
              </a:extLst>
            </p:cNvPr>
            <p:cNvSpPr/>
            <p:nvPr/>
          </p:nvSpPr>
          <p:spPr>
            <a:xfrm>
              <a:off x="375864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491;p53">
              <a:extLst>
                <a:ext uri="{FF2B5EF4-FFF2-40B4-BE49-F238E27FC236}">
                  <a16:creationId xmlns:a16="http://schemas.microsoft.com/office/drawing/2014/main" id="{9234B76B-749D-4BFF-539D-3712E5A16E3A}"/>
                </a:ext>
              </a:extLst>
            </p:cNvPr>
            <p:cNvSpPr/>
            <p:nvPr/>
          </p:nvSpPr>
          <p:spPr>
            <a:xfrm>
              <a:off x="375864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492;p53">
              <a:extLst>
                <a:ext uri="{FF2B5EF4-FFF2-40B4-BE49-F238E27FC236}">
                  <a16:creationId xmlns:a16="http://schemas.microsoft.com/office/drawing/2014/main" id="{66946827-0E02-004F-F396-339D6DD9C832}"/>
                </a:ext>
              </a:extLst>
            </p:cNvPr>
            <p:cNvSpPr/>
            <p:nvPr/>
          </p:nvSpPr>
          <p:spPr>
            <a:xfrm>
              <a:off x="375864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493;p53">
              <a:extLst>
                <a:ext uri="{FF2B5EF4-FFF2-40B4-BE49-F238E27FC236}">
                  <a16:creationId xmlns:a16="http://schemas.microsoft.com/office/drawing/2014/main" id="{993BBD9A-26F2-3C81-055E-46BC6AE6AE9F}"/>
                </a:ext>
              </a:extLst>
            </p:cNvPr>
            <p:cNvSpPr/>
            <p:nvPr/>
          </p:nvSpPr>
          <p:spPr>
            <a:xfrm>
              <a:off x="375864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494;p53">
              <a:extLst>
                <a:ext uri="{FF2B5EF4-FFF2-40B4-BE49-F238E27FC236}">
                  <a16:creationId xmlns:a16="http://schemas.microsoft.com/office/drawing/2014/main" id="{07BD11DE-9415-BCD7-F5A7-D5C332BAD363}"/>
                </a:ext>
              </a:extLst>
            </p:cNvPr>
            <p:cNvSpPr/>
            <p:nvPr/>
          </p:nvSpPr>
          <p:spPr>
            <a:xfrm>
              <a:off x="375864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495;p53">
              <a:extLst>
                <a:ext uri="{FF2B5EF4-FFF2-40B4-BE49-F238E27FC236}">
                  <a16:creationId xmlns:a16="http://schemas.microsoft.com/office/drawing/2014/main" id="{4756B7EA-AD7A-3071-CF35-C06F640C2B1E}"/>
                </a:ext>
              </a:extLst>
            </p:cNvPr>
            <p:cNvSpPr/>
            <p:nvPr/>
          </p:nvSpPr>
          <p:spPr>
            <a:xfrm>
              <a:off x="375864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496;p53">
              <a:extLst>
                <a:ext uri="{FF2B5EF4-FFF2-40B4-BE49-F238E27FC236}">
                  <a16:creationId xmlns:a16="http://schemas.microsoft.com/office/drawing/2014/main" id="{30D5484F-B665-1B80-1C96-29F8ACE415A4}"/>
                </a:ext>
              </a:extLst>
            </p:cNvPr>
            <p:cNvSpPr/>
            <p:nvPr/>
          </p:nvSpPr>
          <p:spPr>
            <a:xfrm>
              <a:off x="375864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497;p53">
              <a:extLst>
                <a:ext uri="{FF2B5EF4-FFF2-40B4-BE49-F238E27FC236}">
                  <a16:creationId xmlns:a16="http://schemas.microsoft.com/office/drawing/2014/main" id="{C23C5FC3-77A6-C2DB-EAE1-535D4185FD08}"/>
                </a:ext>
              </a:extLst>
            </p:cNvPr>
            <p:cNvSpPr/>
            <p:nvPr/>
          </p:nvSpPr>
          <p:spPr>
            <a:xfrm>
              <a:off x="375864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498;p53">
              <a:extLst>
                <a:ext uri="{FF2B5EF4-FFF2-40B4-BE49-F238E27FC236}">
                  <a16:creationId xmlns:a16="http://schemas.microsoft.com/office/drawing/2014/main" id="{3196AE89-5E28-8488-71FD-A3DDD4B72775}"/>
                </a:ext>
              </a:extLst>
            </p:cNvPr>
            <p:cNvSpPr/>
            <p:nvPr/>
          </p:nvSpPr>
          <p:spPr>
            <a:xfrm>
              <a:off x="3758647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499;p53">
              <a:extLst>
                <a:ext uri="{FF2B5EF4-FFF2-40B4-BE49-F238E27FC236}">
                  <a16:creationId xmlns:a16="http://schemas.microsoft.com/office/drawing/2014/main" id="{A8FDD047-279E-640B-9DC6-59C454E3D96C}"/>
                </a:ext>
              </a:extLst>
            </p:cNvPr>
            <p:cNvSpPr/>
            <p:nvPr/>
          </p:nvSpPr>
          <p:spPr>
            <a:xfrm>
              <a:off x="3758647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500;p53">
              <a:extLst>
                <a:ext uri="{FF2B5EF4-FFF2-40B4-BE49-F238E27FC236}">
                  <a16:creationId xmlns:a16="http://schemas.microsoft.com/office/drawing/2014/main" id="{26B96400-1A19-D412-590F-FA32932CC2E1}"/>
                </a:ext>
              </a:extLst>
            </p:cNvPr>
            <p:cNvSpPr/>
            <p:nvPr/>
          </p:nvSpPr>
          <p:spPr>
            <a:xfrm>
              <a:off x="3758647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501;p53">
              <a:extLst>
                <a:ext uri="{FF2B5EF4-FFF2-40B4-BE49-F238E27FC236}">
                  <a16:creationId xmlns:a16="http://schemas.microsoft.com/office/drawing/2014/main" id="{73B27129-F128-2BF6-8ED9-00D884BA4E6D}"/>
                </a:ext>
              </a:extLst>
            </p:cNvPr>
            <p:cNvSpPr/>
            <p:nvPr/>
          </p:nvSpPr>
          <p:spPr>
            <a:xfrm>
              <a:off x="3758647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502;p53">
              <a:extLst>
                <a:ext uri="{FF2B5EF4-FFF2-40B4-BE49-F238E27FC236}">
                  <a16:creationId xmlns:a16="http://schemas.microsoft.com/office/drawing/2014/main" id="{826CECA0-FFAE-92C3-35CB-C2CACD8546BA}"/>
                </a:ext>
              </a:extLst>
            </p:cNvPr>
            <p:cNvSpPr/>
            <p:nvPr/>
          </p:nvSpPr>
          <p:spPr>
            <a:xfrm>
              <a:off x="3758647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503;p53">
              <a:extLst>
                <a:ext uri="{FF2B5EF4-FFF2-40B4-BE49-F238E27FC236}">
                  <a16:creationId xmlns:a16="http://schemas.microsoft.com/office/drawing/2014/main" id="{9C0A6E07-8CF5-795E-BFC9-4465BCC5E930}"/>
                </a:ext>
              </a:extLst>
            </p:cNvPr>
            <p:cNvSpPr/>
            <p:nvPr/>
          </p:nvSpPr>
          <p:spPr>
            <a:xfrm>
              <a:off x="3813331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504;p53">
              <a:extLst>
                <a:ext uri="{FF2B5EF4-FFF2-40B4-BE49-F238E27FC236}">
                  <a16:creationId xmlns:a16="http://schemas.microsoft.com/office/drawing/2014/main" id="{0A72639A-8D38-85AA-95B7-F7DA99ED53CB}"/>
                </a:ext>
              </a:extLst>
            </p:cNvPr>
            <p:cNvSpPr/>
            <p:nvPr/>
          </p:nvSpPr>
          <p:spPr>
            <a:xfrm>
              <a:off x="3813331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505;p53">
              <a:extLst>
                <a:ext uri="{FF2B5EF4-FFF2-40B4-BE49-F238E27FC236}">
                  <a16:creationId xmlns:a16="http://schemas.microsoft.com/office/drawing/2014/main" id="{62303EDB-A708-4189-471B-5EF38894DB25}"/>
                </a:ext>
              </a:extLst>
            </p:cNvPr>
            <p:cNvSpPr/>
            <p:nvPr/>
          </p:nvSpPr>
          <p:spPr>
            <a:xfrm>
              <a:off x="3813331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506;p53">
              <a:extLst>
                <a:ext uri="{FF2B5EF4-FFF2-40B4-BE49-F238E27FC236}">
                  <a16:creationId xmlns:a16="http://schemas.microsoft.com/office/drawing/2014/main" id="{05F2B10D-6528-B99A-5623-518AD7766E9F}"/>
                </a:ext>
              </a:extLst>
            </p:cNvPr>
            <p:cNvSpPr/>
            <p:nvPr/>
          </p:nvSpPr>
          <p:spPr>
            <a:xfrm>
              <a:off x="3813331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507;p53">
              <a:extLst>
                <a:ext uri="{FF2B5EF4-FFF2-40B4-BE49-F238E27FC236}">
                  <a16:creationId xmlns:a16="http://schemas.microsoft.com/office/drawing/2014/main" id="{F72B0F6C-C74C-418D-3842-079C01192033}"/>
                </a:ext>
              </a:extLst>
            </p:cNvPr>
            <p:cNvSpPr/>
            <p:nvPr/>
          </p:nvSpPr>
          <p:spPr>
            <a:xfrm>
              <a:off x="3813331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508;p53">
              <a:extLst>
                <a:ext uri="{FF2B5EF4-FFF2-40B4-BE49-F238E27FC236}">
                  <a16:creationId xmlns:a16="http://schemas.microsoft.com/office/drawing/2014/main" id="{A4F1B2B4-982D-3E74-2D05-1510D757A32B}"/>
                </a:ext>
              </a:extLst>
            </p:cNvPr>
            <p:cNvSpPr/>
            <p:nvPr/>
          </p:nvSpPr>
          <p:spPr>
            <a:xfrm>
              <a:off x="3813331" y="32006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509;p53">
              <a:extLst>
                <a:ext uri="{FF2B5EF4-FFF2-40B4-BE49-F238E27FC236}">
                  <a16:creationId xmlns:a16="http://schemas.microsoft.com/office/drawing/2014/main" id="{D943BF46-9AA6-8EED-AA9D-A2501BB39ED3}"/>
                </a:ext>
              </a:extLst>
            </p:cNvPr>
            <p:cNvSpPr/>
            <p:nvPr/>
          </p:nvSpPr>
          <p:spPr>
            <a:xfrm>
              <a:off x="381333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510;p53">
              <a:extLst>
                <a:ext uri="{FF2B5EF4-FFF2-40B4-BE49-F238E27FC236}">
                  <a16:creationId xmlns:a16="http://schemas.microsoft.com/office/drawing/2014/main" id="{E615DE5B-A2C9-6791-905E-FDAF00DF5C02}"/>
                </a:ext>
              </a:extLst>
            </p:cNvPr>
            <p:cNvSpPr/>
            <p:nvPr/>
          </p:nvSpPr>
          <p:spPr>
            <a:xfrm>
              <a:off x="381333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511;p53">
              <a:extLst>
                <a:ext uri="{FF2B5EF4-FFF2-40B4-BE49-F238E27FC236}">
                  <a16:creationId xmlns:a16="http://schemas.microsoft.com/office/drawing/2014/main" id="{C449B473-733C-EFA7-1BB9-8C0DDD146B10}"/>
                </a:ext>
              </a:extLst>
            </p:cNvPr>
            <p:cNvSpPr/>
            <p:nvPr/>
          </p:nvSpPr>
          <p:spPr>
            <a:xfrm>
              <a:off x="381333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512;p53">
              <a:extLst>
                <a:ext uri="{FF2B5EF4-FFF2-40B4-BE49-F238E27FC236}">
                  <a16:creationId xmlns:a16="http://schemas.microsoft.com/office/drawing/2014/main" id="{5EBA7EC9-8ED1-5175-CF5C-237208C76E63}"/>
                </a:ext>
              </a:extLst>
            </p:cNvPr>
            <p:cNvSpPr/>
            <p:nvPr/>
          </p:nvSpPr>
          <p:spPr>
            <a:xfrm>
              <a:off x="381333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513;p53">
              <a:extLst>
                <a:ext uri="{FF2B5EF4-FFF2-40B4-BE49-F238E27FC236}">
                  <a16:creationId xmlns:a16="http://schemas.microsoft.com/office/drawing/2014/main" id="{756AD409-7DF2-2D28-1E43-B20411B2548D}"/>
                </a:ext>
              </a:extLst>
            </p:cNvPr>
            <p:cNvSpPr/>
            <p:nvPr/>
          </p:nvSpPr>
          <p:spPr>
            <a:xfrm>
              <a:off x="3813331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514;p53">
              <a:extLst>
                <a:ext uri="{FF2B5EF4-FFF2-40B4-BE49-F238E27FC236}">
                  <a16:creationId xmlns:a16="http://schemas.microsoft.com/office/drawing/2014/main" id="{A93A906E-C0AA-6878-3BD4-B5E7EA0F2FD7}"/>
                </a:ext>
              </a:extLst>
            </p:cNvPr>
            <p:cNvSpPr/>
            <p:nvPr/>
          </p:nvSpPr>
          <p:spPr>
            <a:xfrm>
              <a:off x="381333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515;p53">
              <a:extLst>
                <a:ext uri="{FF2B5EF4-FFF2-40B4-BE49-F238E27FC236}">
                  <a16:creationId xmlns:a16="http://schemas.microsoft.com/office/drawing/2014/main" id="{1F2FDEB7-1213-600A-8325-E17D1A0B9680}"/>
                </a:ext>
              </a:extLst>
            </p:cNvPr>
            <p:cNvSpPr/>
            <p:nvPr/>
          </p:nvSpPr>
          <p:spPr>
            <a:xfrm>
              <a:off x="386801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516;p53">
              <a:extLst>
                <a:ext uri="{FF2B5EF4-FFF2-40B4-BE49-F238E27FC236}">
                  <a16:creationId xmlns:a16="http://schemas.microsoft.com/office/drawing/2014/main" id="{50E10A9A-EAA9-10D7-DA95-D8208372DFC3}"/>
                </a:ext>
              </a:extLst>
            </p:cNvPr>
            <p:cNvSpPr/>
            <p:nvPr/>
          </p:nvSpPr>
          <p:spPr>
            <a:xfrm>
              <a:off x="386801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517;p53">
              <a:extLst>
                <a:ext uri="{FF2B5EF4-FFF2-40B4-BE49-F238E27FC236}">
                  <a16:creationId xmlns:a16="http://schemas.microsoft.com/office/drawing/2014/main" id="{52012784-9418-ECDF-DA5E-0A9F9BB61B5E}"/>
                </a:ext>
              </a:extLst>
            </p:cNvPr>
            <p:cNvSpPr/>
            <p:nvPr/>
          </p:nvSpPr>
          <p:spPr>
            <a:xfrm>
              <a:off x="386801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518;p53">
              <a:extLst>
                <a:ext uri="{FF2B5EF4-FFF2-40B4-BE49-F238E27FC236}">
                  <a16:creationId xmlns:a16="http://schemas.microsoft.com/office/drawing/2014/main" id="{273B2CBE-27AE-C3C0-461B-1543A80EE7AC}"/>
                </a:ext>
              </a:extLst>
            </p:cNvPr>
            <p:cNvSpPr/>
            <p:nvPr/>
          </p:nvSpPr>
          <p:spPr>
            <a:xfrm>
              <a:off x="386801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519;p53">
              <a:extLst>
                <a:ext uri="{FF2B5EF4-FFF2-40B4-BE49-F238E27FC236}">
                  <a16:creationId xmlns:a16="http://schemas.microsoft.com/office/drawing/2014/main" id="{858D3951-9D9E-9864-CC49-FB1EF630CD08}"/>
                </a:ext>
              </a:extLst>
            </p:cNvPr>
            <p:cNvSpPr/>
            <p:nvPr/>
          </p:nvSpPr>
          <p:spPr>
            <a:xfrm>
              <a:off x="39226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520;p53">
              <a:extLst>
                <a:ext uri="{FF2B5EF4-FFF2-40B4-BE49-F238E27FC236}">
                  <a16:creationId xmlns:a16="http://schemas.microsoft.com/office/drawing/2014/main" id="{E2BA4FC7-7281-0FF8-9B62-7A64352FB50C}"/>
                </a:ext>
              </a:extLst>
            </p:cNvPr>
            <p:cNvSpPr/>
            <p:nvPr/>
          </p:nvSpPr>
          <p:spPr>
            <a:xfrm>
              <a:off x="39226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521;p53">
              <a:extLst>
                <a:ext uri="{FF2B5EF4-FFF2-40B4-BE49-F238E27FC236}">
                  <a16:creationId xmlns:a16="http://schemas.microsoft.com/office/drawing/2014/main" id="{D604167F-467B-76E7-2A15-4CD146A87C1A}"/>
                </a:ext>
              </a:extLst>
            </p:cNvPr>
            <p:cNvSpPr/>
            <p:nvPr/>
          </p:nvSpPr>
          <p:spPr>
            <a:xfrm>
              <a:off x="392268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522;p53">
              <a:extLst>
                <a:ext uri="{FF2B5EF4-FFF2-40B4-BE49-F238E27FC236}">
                  <a16:creationId xmlns:a16="http://schemas.microsoft.com/office/drawing/2014/main" id="{BF0D9723-2B63-5163-A6E1-3600F399D46D}"/>
                </a:ext>
              </a:extLst>
            </p:cNvPr>
            <p:cNvSpPr/>
            <p:nvPr/>
          </p:nvSpPr>
          <p:spPr>
            <a:xfrm>
              <a:off x="392268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523;p53">
              <a:extLst>
                <a:ext uri="{FF2B5EF4-FFF2-40B4-BE49-F238E27FC236}">
                  <a16:creationId xmlns:a16="http://schemas.microsoft.com/office/drawing/2014/main" id="{6C4DFB55-4E0A-4D3D-7648-CFC0FA9457AE}"/>
                </a:ext>
              </a:extLst>
            </p:cNvPr>
            <p:cNvSpPr/>
            <p:nvPr/>
          </p:nvSpPr>
          <p:spPr>
            <a:xfrm>
              <a:off x="392259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524;p53">
              <a:extLst>
                <a:ext uri="{FF2B5EF4-FFF2-40B4-BE49-F238E27FC236}">
                  <a16:creationId xmlns:a16="http://schemas.microsoft.com/office/drawing/2014/main" id="{9466AE6F-AC2C-FEE9-1634-C264BF6F27CC}"/>
                </a:ext>
              </a:extLst>
            </p:cNvPr>
            <p:cNvSpPr/>
            <p:nvPr/>
          </p:nvSpPr>
          <p:spPr>
            <a:xfrm>
              <a:off x="3868015" y="3309849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525;p53">
              <a:extLst>
                <a:ext uri="{FF2B5EF4-FFF2-40B4-BE49-F238E27FC236}">
                  <a16:creationId xmlns:a16="http://schemas.microsoft.com/office/drawing/2014/main" id="{0A6FEEBF-D5CE-5E7A-A66A-0B2FCA12E84B}"/>
                </a:ext>
              </a:extLst>
            </p:cNvPr>
            <p:cNvSpPr/>
            <p:nvPr/>
          </p:nvSpPr>
          <p:spPr>
            <a:xfrm>
              <a:off x="3868015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526;p53">
              <a:extLst>
                <a:ext uri="{FF2B5EF4-FFF2-40B4-BE49-F238E27FC236}">
                  <a16:creationId xmlns:a16="http://schemas.microsoft.com/office/drawing/2014/main" id="{78B430AE-5F0D-FDF0-EA53-2090EA3C74D9}"/>
                </a:ext>
              </a:extLst>
            </p:cNvPr>
            <p:cNvSpPr/>
            <p:nvPr/>
          </p:nvSpPr>
          <p:spPr>
            <a:xfrm>
              <a:off x="3868015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527;p53">
              <a:extLst>
                <a:ext uri="{FF2B5EF4-FFF2-40B4-BE49-F238E27FC236}">
                  <a16:creationId xmlns:a16="http://schemas.microsoft.com/office/drawing/2014/main" id="{098B6E01-CAD1-95BB-2909-04FE2AF4D92D}"/>
                </a:ext>
              </a:extLst>
            </p:cNvPr>
            <p:cNvSpPr/>
            <p:nvPr/>
          </p:nvSpPr>
          <p:spPr>
            <a:xfrm>
              <a:off x="3868015" y="3473865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528;p53">
              <a:extLst>
                <a:ext uri="{FF2B5EF4-FFF2-40B4-BE49-F238E27FC236}">
                  <a16:creationId xmlns:a16="http://schemas.microsoft.com/office/drawing/2014/main" id="{856A9E04-A2C0-C1D2-B6B1-96970BC526ED}"/>
                </a:ext>
              </a:extLst>
            </p:cNvPr>
            <p:cNvSpPr/>
            <p:nvPr/>
          </p:nvSpPr>
          <p:spPr>
            <a:xfrm>
              <a:off x="3868015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529;p53">
              <a:extLst>
                <a:ext uri="{FF2B5EF4-FFF2-40B4-BE49-F238E27FC236}">
                  <a16:creationId xmlns:a16="http://schemas.microsoft.com/office/drawing/2014/main" id="{A7209D8D-B64C-EC0F-8ACF-271B2A49D799}"/>
                </a:ext>
              </a:extLst>
            </p:cNvPr>
            <p:cNvSpPr/>
            <p:nvPr/>
          </p:nvSpPr>
          <p:spPr>
            <a:xfrm>
              <a:off x="3868015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530;p53">
              <a:extLst>
                <a:ext uri="{FF2B5EF4-FFF2-40B4-BE49-F238E27FC236}">
                  <a16:creationId xmlns:a16="http://schemas.microsoft.com/office/drawing/2014/main" id="{1AD2A2F9-891B-FEDF-AE60-5581B043BC55}"/>
                </a:ext>
              </a:extLst>
            </p:cNvPr>
            <p:cNvSpPr/>
            <p:nvPr/>
          </p:nvSpPr>
          <p:spPr>
            <a:xfrm>
              <a:off x="381333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531;p53">
              <a:extLst>
                <a:ext uri="{FF2B5EF4-FFF2-40B4-BE49-F238E27FC236}">
                  <a16:creationId xmlns:a16="http://schemas.microsoft.com/office/drawing/2014/main" id="{B9426DBC-0214-FC48-722C-B54F457807BE}"/>
                </a:ext>
              </a:extLst>
            </p:cNvPr>
            <p:cNvSpPr/>
            <p:nvPr/>
          </p:nvSpPr>
          <p:spPr>
            <a:xfrm>
              <a:off x="381333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532;p53">
              <a:extLst>
                <a:ext uri="{FF2B5EF4-FFF2-40B4-BE49-F238E27FC236}">
                  <a16:creationId xmlns:a16="http://schemas.microsoft.com/office/drawing/2014/main" id="{912DF103-4866-252F-A7A6-69D817AA76F9}"/>
                </a:ext>
              </a:extLst>
            </p:cNvPr>
            <p:cNvSpPr/>
            <p:nvPr/>
          </p:nvSpPr>
          <p:spPr>
            <a:xfrm>
              <a:off x="3758647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533;p53">
              <a:extLst>
                <a:ext uri="{FF2B5EF4-FFF2-40B4-BE49-F238E27FC236}">
                  <a16:creationId xmlns:a16="http://schemas.microsoft.com/office/drawing/2014/main" id="{EC911901-1E00-1CD9-72D8-B8FAD1549327}"/>
                </a:ext>
              </a:extLst>
            </p:cNvPr>
            <p:cNvSpPr/>
            <p:nvPr/>
          </p:nvSpPr>
          <p:spPr>
            <a:xfrm>
              <a:off x="3758647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534;p53">
              <a:extLst>
                <a:ext uri="{FF2B5EF4-FFF2-40B4-BE49-F238E27FC236}">
                  <a16:creationId xmlns:a16="http://schemas.microsoft.com/office/drawing/2014/main" id="{72E8B7FF-DF2F-EC1C-D5A8-D94860F85EDB}"/>
                </a:ext>
              </a:extLst>
            </p:cNvPr>
            <p:cNvSpPr/>
            <p:nvPr/>
          </p:nvSpPr>
          <p:spPr>
            <a:xfrm>
              <a:off x="3758647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535;p53">
              <a:extLst>
                <a:ext uri="{FF2B5EF4-FFF2-40B4-BE49-F238E27FC236}">
                  <a16:creationId xmlns:a16="http://schemas.microsoft.com/office/drawing/2014/main" id="{F56A47AD-A70A-7054-EE10-4BF116B5D7B4}"/>
                </a:ext>
              </a:extLst>
            </p:cNvPr>
            <p:cNvSpPr/>
            <p:nvPr/>
          </p:nvSpPr>
          <p:spPr>
            <a:xfrm>
              <a:off x="3758647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536;p53">
              <a:extLst>
                <a:ext uri="{FF2B5EF4-FFF2-40B4-BE49-F238E27FC236}">
                  <a16:creationId xmlns:a16="http://schemas.microsoft.com/office/drawing/2014/main" id="{DB512E89-556E-8831-80CC-38E2AF09253E}"/>
                </a:ext>
              </a:extLst>
            </p:cNvPr>
            <p:cNvSpPr/>
            <p:nvPr/>
          </p:nvSpPr>
          <p:spPr>
            <a:xfrm>
              <a:off x="370412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537;p53">
              <a:extLst>
                <a:ext uri="{FF2B5EF4-FFF2-40B4-BE49-F238E27FC236}">
                  <a16:creationId xmlns:a16="http://schemas.microsoft.com/office/drawing/2014/main" id="{D5B80BBE-9EEA-802B-FA17-5B4D5DD24397}"/>
                </a:ext>
              </a:extLst>
            </p:cNvPr>
            <p:cNvSpPr/>
            <p:nvPr/>
          </p:nvSpPr>
          <p:spPr>
            <a:xfrm>
              <a:off x="34307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538;p53">
              <a:extLst>
                <a:ext uri="{FF2B5EF4-FFF2-40B4-BE49-F238E27FC236}">
                  <a16:creationId xmlns:a16="http://schemas.microsoft.com/office/drawing/2014/main" id="{380F0213-216C-82F2-45B5-F141EC1AFC69}"/>
                </a:ext>
              </a:extLst>
            </p:cNvPr>
            <p:cNvSpPr/>
            <p:nvPr/>
          </p:nvSpPr>
          <p:spPr>
            <a:xfrm>
              <a:off x="34307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539;p53">
              <a:extLst>
                <a:ext uri="{FF2B5EF4-FFF2-40B4-BE49-F238E27FC236}">
                  <a16:creationId xmlns:a16="http://schemas.microsoft.com/office/drawing/2014/main" id="{6CFBFB86-EBCB-43CA-9ED9-2125F792C5DA}"/>
                </a:ext>
              </a:extLst>
            </p:cNvPr>
            <p:cNvSpPr/>
            <p:nvPr/>
          </p:nvSpPr>
          <p:spPr>
            <a:xfrm>
              <a:off x="34307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540;p53">
              <a:extLst>
                <a:ext uri="{FF2B5EF4-FFF2-40B4-BE49-F238E27FC236}">
                  <a16:creationId xmlns:a16="http://schemas.microsoft.com/office/drawing/2014/main" id="{326C271B-C5F3-0753-8025-E13D993D6AFD}"/>
                </a:ext>
              </a:extLst>
            </p:cNvPr>
            <p:cNvSpPr/>
            <p:nvPr/>
          </p:nvSpPr>
          <p:spPr>
            <a:xfrm>
              <a:off x="34307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541;p53">
              <a:extLst>
                <a:ext uri="{FF2B5EF4-FFF2-40B4-BE49-F238E27FC236}">
                  <a16:creationId xmlns:a16="http://schemas.microsoft.com/office/drawing/2014/main" id="{40E8CC67-7A2A-D2AD-72D7-E832137B836A}"/>
                </a:ext>
              </a:extLst>
            </p:cNvPr>
            <p:cNvSpPr/>
            <p:nvPr/>
          </p:nvSpPr>
          <p:spPr>
            <a:xfrm>
              <a:off x="34307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542;p53">
              <a:extLst>
                <a:ext uri="{FF2B5EF4-FFF2-40B4-BE49-F238E27FC236}">
                  <a16:creationId xmlns:a16="http://schemas.microsoft.com/office/drawing/2014/main" id="{319ED42D-3040-7A90-E30F-8BBFEC5BB90A}"/>
                </a:ext>
              </a:extLst>
            </p:cNvPr>
            <p:cNvSpPr/>
            <p:nvPr/>
          </p:nvSpPr>
          <p:spPr>
            <a:xfrm>
              <a:off x="34307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543;p53">
              <a:extLst>
                <a:ext uri="{FF2B5EF4-FFF2-40B4-BE49-F238E27FC236}">
                  <a16:creationId xmlns:a16="http://schemas.microsoft.com/office/drawing/2014/main" id="{25FDE3B9-A6B0-B3CF-8CDA-32302C9097DF}"/>
                </a:ext>
              </a:extLst>
            </p:cNvPr>
            <p:cNvSpPr/>
            <p:nvPr/>
          </p:nvSpPr>
          <p:spPr>
            <a:xfrm>
              <a:off x="3430742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544;p53">
              <a:extLst>
                <a:ext uri="{FF2B5EF4-FFF2-40B4-BE49-F238E27FC236}">
                  <a16:creationId xmlns:a16="http://schemas.microsoft.com/office/drawing/2014/main" id="{5943204E-F096-BB74-CC17-F32E5BAABE46}"/>
                </a:ext>
              </a:extLst>
            </p:cNvPr>
            <p:cNvSpPr/>
            <p:nvPr/>
          </p:nvSpPr>
          <p:spPr>
            <a:xfrm>
              <a:off x="3212186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545;p53">
              <a:extLst>
                <a:ext uri="{FF2B5EF4-FFF2-40B4-BE49-F238E27FC236}">
                  <a16:creationId xmlns:a16="http://schemas.microsoft.com/office/drawing/2014/main" id="{BFF2008A-D852-34AA-C44B-11B6AA13C77B}"/>
                </a:ext>
              </a:extLst>
            </p:cNvPr>
            <p:cNvSpPr/>
            <p:nvPr/>
          </p:nvSpPr>
          <p:spPr>
            <a:xfrm>
              <a:off x="3212186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546;p53">
              <a:extLst>
                <a:ext uri="{FF2B5EF4-FFF2-40B4-BE49-F238E27FC236}">
                  <a16:creationId xmlns:a16="http://schemas.microsoft.com/office/drawing/2014/main" id="{0FC057AA-2DF6-AE05-21FF-75668ADC5A1D}"/>
                </a:ext>
              </a:extLst>
            </p:cNvPr>
            <p:cNvSpPr/>
            <p:nvPr/>
          </p:nvSpPr>
          <p:spPr>
            <a:xfrm>
              <a:off x="3212186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547;p53">
              <a:extLst>
                <a:ext uri="{FF2B5EF4-FFF2-40B4-BE49-F238E27FC236}">
                  <a16:creationId xmlns:a16="http://schemas.microsoft.com/office/drawing/2014/main" id="{4C84577A-7F4B-6C7B-0685-24B87508F71E}"/>
                </a:ext>
              </a:extLst>
            </p:cNvPr>
            <p:cNvSpPr/>
            <p:nvPr/>
          </p:nvSpPr>
          <p:spPr>
            <a:xfrm>
              <a:off x="326687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548;p53">
              <a:extLst>
                <a:ext uri="{FF2B5EF4-FFF2-40B4-BE49-F238E27FC236}">
                  <a16:creationId xmlns:a16="http://schemas.microsoft.com/office/drawing/2014/main" id="{65443E4A-1368-802F-EE7C-EE1F9C0090C7}"/>
                </a:ext>
              </a:extLst>
            </p:cNvPr>
            <p:cNvSpPr/>
            <p:nvPr/>
          </p:nvSpPr>
          <p:spPr>
            <a:xfrm>
              <a:off x="326687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549;p53">
              <a:extLst>
                <a:ext uri="{FF2B5EF4-FFF2-40B4-BE49-F238E27FC236}">
                  <a16:creationId xmlns:a16="http://schemas.microsoft.com/office/drawing/2014/main" id="{596D8B51-D0D1-BDA7-7D00-572884CC2271}"/>
                </a:ext>
              </a:extLst>
            </p:cNvPr>
            <p:cNvSpPr/>
            <p:nvPr/>
          </p:nvSpPr>
          <p:spPr>
            <a:xfrm>
              <a:off x="326687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550;p53">
              <a:extLst>
                <a:ext uri="{FF2B5EF4-FFF2-40B4-BE49-F238E27FC236}">
                  <a16:creationId xmlns:a16="http://schemas.microsoft.com/office/drawing/2014/main" id="{92F8C724-4DF4-3BBC-B4D0-261F440CE5ED}"/>
                </a:ext>
              </a:extLst>
            </p:cNvPr>
            <p:cNvSpPr/>
            <p:nvPr/>
          </p:nvSpPr>
          <p:spPr>
            <a:xfrm>
              <a:off x="326687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551;p53">
              <a:extLst>
                <a:ext uri="{FF2B5EF4-FFF2-40B4-BE49-F238E27FC236}">
                  <a16:creationId xmlns:a16="http://schemas.microsoft.com/office/drawing/2014/main" id="{8A23B81E-55CE-DA4D-BC32-38E6C9CF6ECE}"/>
                </a:ext>
              </a:extLst>
            </p:cNvPr>
            <p:cNvSpPr/>
            <p:nvPr/>
          </p:nvSpPr>
          <p:spPr>
            <a:xfrm>
              <a:off x="326687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552;p53">
              <a:extLst>
                <a:ext uri="{FF2B5EF4-FFF2-40B4-BE49-F238E27FC236}">
                  <a16:creationId xmlns:a16="http://schemas.microsoft.com/office/drawing/2014/main" id="{4A8F48AA-EDA7-1E67-3EE6-E92C0FBF6ABF}"/>
                </a:ext>
              </a:extLst>
            </p:cNvPr>
            <p:cNvSpPr/>
            <p:nvPr/>
          </p:nvSpPr>
          <p:spPr>
            <a:xfrm>
              <a:off x="332139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553;p53">
              <a:extLst>
                <a:ext uri="{FF2B5EF4-FFF2-40B4-BE49-F238E27FC236}">
                  <a16:creationId xmlns:a16="http://schemas.microsoft.com/office/drawing/2014/main" id="{C7891B2F-BF88-E9B9-316B-D00676DC1156}"/>
                </a:ext>
              </a:extLst>
            </p:cNvPr>
            <p:cNvSpPr/>
            <p:nvPr/>
          </p:nvSpPr>
          <p:spPr>
            <a:xfrm>
              <a:off x="332139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554;p53">
              <a:extLst>
                <a:ext uri="{FF2B5EF4-FFF2-40B4-BE49-F238E27FC236}">
                  <a16:creationId xmlns:a16="http://schemas.microsoft.com/office/drawing/2014/main" id="{913B025F-77A0-C1C0-EA17-F53799CBEFAE}"/>
                </a:ext>
              </a:extLst>
            </p:cNvPr>
            <p:cNvSpPr/>
            <p:nvPr/>
          </p:nvSpPr>
          <p:spPr>
            <a:xfrm>
              <a:off x="332139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555;p53">
              <a:extLst>
                <a:ext uri="{FF2B5EF4-FFF2-40B4-BE49-F238E27FC236}">
                  <a16:creationId xmlns:a16="http://schemas.microsoft.com/office/drawing/2014/main" id="{374FC028-995D-CE74-56C7-05277E59E018}"/>
                </a:ext>
              </a:extLst>
            </p:cNvPr>
            <p:cNvSpPr/>
            <p:nvPr/>
          </p:nvSpPr>
          <p:spPr>
            <a:xfrm>
              <a:off x="332139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556;p53">
              <a:extLst>
                <a:ext uri="{FF2B5EF4-FFF2-40B4-BE49-F238E27FC236}">
                  <a16:creationId xmlns:a16="http://schemas.microsoft.com/office/drawing/2014/main" id="{1E976288-323F-C2A7-54B6-21F1A8EEC8D0}"/>
                </a:ext>
              </a:extLst>
            </p:cNvPr>
            <p:cNvSpPr/>
            <p:nvPr/>
          </p:nvSpPr>
          <p:spPr>
            <a:xfrm>
              <a:off x="3321392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557;p53">
              <a:extLst>
                <a:ext uri="{FF2B5EF4-FFF2-40B4-BE49-F238E27FC236}">
                  <a16:creationId xmlns:a16="http://schemas.microsoft.com/office/drawing/2014/main" id="{03B53FBB-C194-7BDF-BACA-81A41848CCAE}"/>
                </a:ext>
              </a:extLst>
            </p:cNvPr>
            <p:cNvSpPr/>
            <p:nvPr/>
          </p:nvSpPr>
          <p:spPr>
            <a:xfrm>
              <a:off x="3321392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558;p53">
              <a:extLst>
                <a:ext uri="{FF2B5EF4-FFF2-40B4-BE49-F238E27FC236}">
                  <a16:creationId xmlns:a16="http://schemas.microsoft.com/office/drawing/2014/main" id="{3BD8C7B3-A273-34B7-4819-9EAE3FF547B4}"/>
                </a:ext>
              </a:extLst>
            </p:cNvPr>
            <p:cNvSpPr/>
            <p:nvPr/>
          </p:nvSpPr>
          <p:spPr>
            <a:xfrm>
              <a:off x="3321392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559;p53">
              <a:extLst>
                <a:ext uri="{FF2B5EF4-FFF2-40B4-BE49-F238E27FC236}">
                  <a16:creationId xmlns:a16="http://schemas.microsoft.com/office/drawing/2014/main" id="{8DBB35B3-65FB-36FE-9312-C64D12AAA87C}"/>
                </a:ext>
              </a:extLst>
            </p:cNvPr>
            <p:cNvSpPr/>
            <p:nvPr/>
          </p:nvSpPr>
          <p:spPr>
            <a:xfrm>
              <a:off x="3376076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560;p53">
              <a:extLst>
                <a:ext uri="{FF2B5EF4-FFF2-40B4-BE49-F238E27FC236}">
                  <a16:creationId xmlns:a16="http://schemas.microsoft.com/office/drawing/2014/main" id="{5A80A077-A109-B77C-6B9A-074098701180}"/>
                </a:ext>
              </a:extLst>
            </p:cNvPr>
            <p:cNvSpPr/>
            <p:nvPr/>
          </p:nvSpPr>
          <p:spPr>
            <a:xfrm>
              <a:off x="3376076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561;p53">
              <a:extLst>
                <a:ext uri="{FF2B5EF4-FFF2-40B4-BE49-F238E27FC236}">
                  <a16:creationId xmlns:a16="http://schemas.microsoft.com/office/drawing/2014/main" id="{FFEC7073-685D-316B-D96D-96658D0C7112}"/>
                </a:ext>
              </a:extLst>
            </p:cNvPr>
            <p:cNvSpPr/>
            <p:nvPr/>
          </p:nvSpPr>
          <p:spPr>
            <a:xfrm>
              <a:off x="3376076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562;p53">
              <a:extLst>
                <a:ext uri="{FF2B5EF4-FFF2-40B4-BE49-F238E27FC236}">
                  <a16:creationId xmlns:a16="http://schemas.microsoft.com/office/drawing/2014/main" id="{10633CCC-0329-52A0-07E8-46CB607933CC}"/>
                </a:ext>
              </a:extLst>
            </p:cNvPr>
            <p:cNvSpPr/>
            <p:nvPr/>
          </p:nvSpPr>
          <p:spPr>
            <a:xfrm>
              <a:off x="3376076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563;p53">
              <a:extLst>
                <a:ext uri="{FF2B5EF4-FFF2-40B4-BE49-F238E27FC236}">
                  <a16:creationId xmlns:a16="http://schemas.microsoft.com/office/drawing/2014/main" id="{D4966AF3-3EBF-CCB7-37BE-8A5D9807AD27}"/>
                </a:ext>
              </a:extLst>
            </p:cNvPr>
            <p:cNvSpPr/>
            <p:nvPr/>
          </p:nvSpPr>
          <p:spPr>
            <a:xfrm>
              <a:off x="3376076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564;p53">
              <a:extLst>
                <a:ext uri="{FF2B5EF4-FFF2-40B4-BE49-F238E27FC236}">
                  <a16:creationId xmlns:a16="http://schemas.microsoft.com/office/drawing/2014/main" id="{28B3C087-12AB-D7DC-4FB9-5DC9C5BD0D83}"/>
                </a:ext>
              </a:extLst>
            </p:cNvPr>
            <p:cNvSpPr/>
            <p:nvPr/>
          </p:nvSpPr>
          <p:spPr>
            <a:xfrm>
              <a:off x="3376076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565;p53">
              <a:extLst>
                <a:ext uri="{FF2B5EF4-FFF2-40B4-BE49-F238E27FC236}">
                  <a16:creationId xmlns:a16="http://schemas.microsoft.com/office/drawing/2014/main" id="{2FEC11A9-7F2D-40A6-1444-69F63802A9F8}"/>
                </a:ext>
              </a:extLst>
            </p:cNvPr>
            <p:cNvSpPr/>
            <p:nvPr/>
          </p:nvSpPr>
          <p:spPr>
            <a:xfrm>
              <a:off x="3376076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566;p53">
              <a:extLst>
                <a:ext uri="{FF2B5EF4-FFF2-40B4-BE49-F238E27FC236}">
                  <a16:creationId xmlns:a16="http://schemas.microsoft.com/office/drawing/2014/main" id="{AF864B35-3858-D624-0BD2-0B5DB3DA3FCE}"/>
                </a:ext>
              </a:extLst>
            </p:cNvPr>
            <p:cNvSpPr/>
            <p:nvPr/>
          </p:nvSpPr>
          <p:spPr>
            <a:xfrm>
              <a:off x="3376076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567;p53">
              <a:extLst>
                <a:ext uri="{FF2B5EF4-FFF2-40B4-BE49-F238E27FC236}">
                  <a16:creationId xmlns:a16="http://schemas.microsoft.com/office/drawing/2014/main" id="{CC6B72E9-B454-DC5B-CD90-2EBC916EF115}"/>
                </a:ext>
              </a:extLst>
            </p:cNvPr>
            <p:cNvSpPr/>
            <p:nvPr/>
          </p:nvSpPr>
          <p:spPr>
            <a:xfrm>
              <a:off x="3430742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568;p53">
              <a:extLst>
                <a:ext uri="{FF2B5EF4-FFF2-40B4-BE49-F238E27FC236}">
                  <a16:creationId xmlns:a16="http://schemas.microsoft.com/office/drawing/2014/main" id="{4050CDB4-2383-D6AB-462B-3D83BA283950}"/>
                </a:ext>
              </a:extLst>
            </p:cNvPr>
            <p:cNvSpPr/>
            <p:nvPr/>
          </p:nvSpPr>
          <p:spPr>
            <a:xfrm>
              <a:off x="3485425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569;p53">
              <a:extLst>
                <a:ext uri="{FF2B5EF4-FFF2-40B4-BE49-F238E27FC236}">
                  <a16:creationId xmlns:a16="http://schemas.microsoft.com/office/drawing/2014/main" id="{3CC154F1-71BA-C52D-4BEB-4ACF6CCD1F5D}"/>
                </a:ext>
              </a:extLst>
            </p:cNvPr>
            <p:cNvSpPr/>
            <p:nvPr/>
          </p:nvSpPr>
          <p:spPr>
            <a:xfrm>
              <a:off x="348542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570;p53">
              <a:extLst>
                <a:ext uri="{FF2B5EF4-FFF2-40B4-BE49-F238E27FC236}">
                  <a16:creationId xmlns:a16="http://schemas.microsoft.com/office/drawing/2014/main" id="{4B7258D4-6B3D-88E7-D55D-6EA81145F966}"/>
                </a:ext>
              </a:extLst>
            </p:cNvPr>
            <p:cNvSpPr/>
            <p:nvPr/>
          </p:nvSpPr>
          <p:spPr>
            <a:xfrm>
              <a:off x="348542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571;p53">
              <a:extLst>
                <a:ext uri="{FF2B5EF4-FFF2-40B4-BE49-F238E27FC236}">
                  <a16:creationId xmlns:a16="http://schemas.microsoft.com/office/drawing/2014/main" id="{05486357-D8D2-E049-CB89-CBD741C43E17}"/>
                </a:ext>
              </a:extLst>
            </p:cNvPr>
            <p:cNvSpPr/>
            <p:nvPr/>
          </p:nvSpPr>
          <p:spPr>
            <a:xfrm>
              <a:off x="348542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572;p53">
              <a:extLst>
                <a:ext uri="{FF2B5EF4-FFF2-40B4-BE49-F238E27FC236}">
                  <a16:creationId xmlns:a16="http://schemas.microsoft.com/office/drawing/2014/main" id="{92019DEC-3E77-A347-00A2-C15F3CDC0659}"/>
                </a:ext>
              </a:extLst>
            </p:cNvPr>
            <p:cNvSpPr/>
            <p:nvPr/>
          </p:nvSpPr>
          <p:spPr>
            <a:xfrm>
              <a:off x="3485425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573;p53">
              <a:extLst>
                <a:ext uri="{FF2B5EF4-FFF2-40B4-BE49-F238E27FC236}">
                  <a16:creationId xmlns:a16="http://schemas.microsoft.com/office/drawing/2014/main" id="{829917AA-F5CC-09FC-292A-63C4DDEEEE4F}"/>
                </a:ext>
              </a:extLst>
            </p:cNvPr>
            <p:cNvSpPr/>
            <p:nvPr/>
          </p:nvSpPr>
          <p:spPr>
            <a:xfrm>
              <a:off x="3485425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574;p53">
              <a:extLst>
                <a:ext uri="{FF2B5EF4-FFF2-40B4-BE49-F238E27FC236}">
                  <a16:creationId xmlns:a16="http://schemas.microsoft.com/office/drawing/2014/main" id="{572A9478-AE0C-B79F-3721-19462FACC7FA}"/>
                </a:ext>
              </a:extLst>
            </p:cNvPr>
            <p:cNvSpPr/>
            <p:nvPr/>
          </p:nvSpPr>
          <p:spPr>
            <a:xfrm>
              <a:off x="3485425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575;p53">
              <a:extLst>
                <a:ext uri="{FF2B5EF4-FFF2-40B4-BE49-F238E27FC236}">
                  <a16:creationId xmlns:a16="http://schemas.microsoft.com/office/drawing/2014/main" id="{77BEE4F6-EC7E-F3AD-F09B-E21E8DA4D175}"/>
                </a:ext>
              </a:extLst>
            </p:cNvPr>
            <p:cNvSpPr/>
            <p:nvPr/>
          </p:nvSpPr>
          <p:spPr>
            <a:xfrm>
              <a:off x="354009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576;p53">
              <a:extLst>
                <a:ext uri="{FF2B5EF4-FFF2-40B4-BE49-F238E27FC236}">
                  <a16:creationId xmlns:a16="http://schemas.microsoft.com/office/drawing/2014/main" id="{9E08AB14-4FA7-7BC4-F657-F0BF14A84625}"/>
                </a:ext>
              </a:extLst>
            </p:cNvPr>
            <p:cNvSpPr/>
            <p:nvPr/>
          </p:nvSpPr>
          <p:spPr>
            <a:xfrm>
              <a:off x="354009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577;p53">
              <a:extLst>
                <a:ext uri="{FF2B5EF4-FFF2-40B4-BE49-F238E27FC236}">
                  <a16:creationId xmlns:a16="http://schemas.microsoft.com/office/drawing/2014/main" id="{8C5AB0B7-CB35-6C56-99B5-DF853B3D8651}"/>
                </a:ext>
              </a:extLst>
            </p:cNvPr>
            <p:cNvSpPr/>
            <p:nvPr/>
          </p:nvSpPr>
          <p:spPr>
            <a:xfrm>
              <a:off x="354009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578;p53">
              <a:extLst>
                <a:ext uri="{FF2B5EF4-FFF2-40B4-BE49-F238E27FC236}">
                  <a16:creationId xmlns:a16="http://schemas.microsoft.com/office/drawing/2014/main" id="{B035C6FF-8C5B-C23B-4055-6F2639B24BC1}"/>
                </a:ext>
              </a:extLst>
            </p:cNvPr>
            <p:cNvSpPr/>
            <p:nvPr/>
          </p:nvSpPr>
          <p:spPr>
            <a:xfrm>
              <a:off x="354009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579;p53">
              <a:extLst>
                <a:ext uri="{FF2B5EF4-FFF2-40B4-BE49-F238E27FC236}">
                  <a16:creationId xmlns:a16="http://schemas.microsoft.com/office/drawing/2014/main" id="{071ECE27-4E1B-AED2-62F8-CDFAE85844AD}"/>
                </a:ext>
              </a:extLst>
            </p:cNvPr>
            <p:cNvSpPr/>
            <p:nvPr/>
          </p:nvSpPr>
          <p:spPr>
            <a:xfrm>
              <a:off x="3540091" y="309129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580;p53">
              <a:extLst>
                <a:ext uri="{FF2B5EF4-FFF2-40B4-BE49-F238E27FC236}">
                  <a16:creationId xmlns:a16="http://schemas.microsoft.com/office/drawing/2014/main" id="{2BC4BF48-7714-1403-9227-E448472A7BF5}"/>
                </a:ext>
              </a:extLst>
            </p:cNvPr>
            <p:cNvSpPr/>
            <p:nvPr/>
          </p:nvSpPr>
          <p:spPr>
            <a:xfrm>
              <a:off x="354009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581;p53">
              <a:extLst>
                <a:ext uri="{FF2B5EF4-FFF2-40B4-BE49-F238E27FC236}">
                  <a16:creationId xmlns:a16="http://schemas.microsoft.com/office/drawing/2014/main" id="{B7DEF0A5-2936-78D2-CB12-35E600454915}"/>
                </a:ext>
              </a:extLst>
            </p:cNvPr>
            <p:cNvSpPr/>
            <p:nvPr/>
          </p:nvSpPr>
          <p:spPr>
            <a:xfrm>
              <a:off x="3540091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582;p53">
              <a:extLst>
                <a:ext uri="{FF2B5EF4-FFF2-40B4-BE49-F238E27FC236}">
                  <a16:creationId xmlns:a16="http://schemas.microsoft.com/office/drawing/2014/main" id="{8AC855CF-EF96-2625-53C7-CEDF70FAB298}"/>
                </a:ext>
              </a:extLst>
            </p:cNvPr>
            <p:cNvSpPr/>
            <p:nvPr/>
          </p:nvSpPr>
          <p:spPr>
            <a:xfrm>
              <a:off x="354009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583;p53">
              <a:extLst>
                <a:ext uri="{FF2B5EF4-FFF2-40B4-BE49-F238E27FC236}">
                  <a16:creationId xmlns:a16="http://schemas.microsoft.com/office/drawing/2014/main" id="{9E1EA035-95D8-8A37-5E8E-183B0C837D25}"/>
                </a:ext>
              </a:extLst>
            </p:cNvPr>
            <p:cNvSpPr/>
            <p:nvPr/>
          </p:nvSpPr>
          <p:spPr>
            <a:xfrm>
              <a:off x="359477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584;p53">
              <a:extLst>
                <a:ext uri="{FF2B5EF4-FFF2-40B4-BE49-F238E27FC236}">
                  <a16:creationId xmlns:a16="http://schemas.microsoft.com/office/drawing/2014/main" id="{DB0151C5-38DB-64B2-6FBC-92C374B44592}"/>
                </a:ext>
              </a:extLst>
            </p:cNvPr>
            <p:cNvSpPr/>
            <p:nvPr/>
          </p:nvSpPr>
          <p:spPr>
            <a:xfrm>
              <a:off x="3594775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585;p53">
              <a:extLst>
                <a:ext uri="{FF2B5EF4-FFF2-40B4-BE49-F238E27FC236}">
                  <a16:creationId xmlns:a16="http://schemas.microsoft.com/office/drawing/2014/main" id="{45695073-0CF8-ADC7-D979-EB616AA2A538}"/>
                </a:ext>
              </a:extLst>
            </p:cNvPr>
            <p:cNvSpPr/>
            <p:nvPr/>
          </p:nvSpPr>
          <p:spPr>
            <a:xfrm>
              <a:off x="359477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586;p53">
              <a:extLst>
                <a:ext uri="{FF2B5EF4-FFF2-40B4-BE49-F238E27FC236}">
                  <a16:creationId xmlns:a16="http://schemas.microsoft.com/office/drawing/2014/main" id="{39D3CBA6-8419-6A28-2B46-90A5F3D8D76A}"/>
                </a:ext>
              </a:extLst>
            </p:cNvPr>
            <p:cNvSpPr/>
            <p:nvPr/>
          </p:nvSpPr>
          <p:spPr>
            <a:xfrm>
              <a:off x="3594775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587;p53">
              <a:extLst>
                <a:ext uri="{FF2B5EF4-FFF2-40B4-BE49-F238E27FC236}">
                  <a16:creationId xmlns:a16="http://schemas.microsoft.com/office/drawing/2014/main" id="{4F8E112F-4C2B-326C-2684-DB83C4E4851F}"/>
                </a:ext>
              </a:extLst>
            </p:cNvPr>
            <p:cNvSpPr/>
            <p:nvPr/>
          </p:nvSpPr>
          <p:spPr>
            <a:xfrm>
              <a:off x="3594775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588;p53">
              <a:extLst>
                <a:ext uri="{FF2B5EF4-FFF2-40B4-BE49-F238E27FC236}">
                  <a16:creationId xmlns:a16="http://schemas.microsoft.com/office/drawing/2014/main" id="{EB94C0F3-26F1-17A5-72D4-7C4EDAAA9363}"/>
                </a:ext>
              </a:extLst>
            </p:cNvPr>
            <p:cNvSpPr/>
            <p:nvPr/>
          </p:nvSpPr>
          <p:spPr>
            <a:xfrm>
              <a:off x="359477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589;p53">
              <a:extLst>
                <a:ext uri="{FF2B5EF4-FFF2-40B4-BE49-F238E27FC236}">
                  <a16:creationId xmlns:a16="http://schemas.microsoft.com/office/drawing/2014/main" id="{A645534E-2FAE-E5FB-70CC-033370878871}"/>
                </a:ext>
              </a:extLst>
            </p:cNvPr>
            <p:cNvSpPr/>
            <p:nvPr/>
          </p:nvSpPr>
          <p:spPr>
            <a:xfrm>
              <a:off x="3594775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590;p53">
              <a:extLst>
                <a:ext uri="{FF2B5EF4-FFF2-40B4-BE49-F238E27FC236}">
                  <a16:creationId xmlns:a16="http://schemas.microsoft.com/office/drawing/2014/main" id="{07A16BF5-4465-5226-7789-0E36F5889A40}"/>
                </a:ext>
              </a:extLst>
            </p:cNvPr>
            <p:cNvSpPr/>
            <p:nvPr/>
          </p:nvSpPr>
          <p:spPr>
            <a:xfrm>
              <a:off x="3594775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591;p53">
              <a:extLst>
                <a:ext uri="{FF2B5EF4-FFF2-40B4-BE49-F238E27FC236}">
                  <a16:creationId xmlns:a16="http://schemas.microsoft.com/office/drawing/2014/main" id="{F32AE03F-61EC-1887-D3BF-41E0D74C2A23}"/>
                </a:ext>
              </a:extLst>
            </p:cNvPr>
            <p:cNvSpPr/>
            <p:nvPr/>
          </p:nvSpPr>
          <p:spPr>
            <a:xfrm>
              <a:off x="359477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592;p53">
              <a:extLst>
                <a:ext uri="{FF2B5EF4-FFF2-40B4-BE49-F238E27FC236}">
                  <a16:creationId xmlns:a16="http://schemas.microsoft.com/office/drawing/2014/main" id="{1C116D67-F1B4-FED6-90ED-5BAAB5627FB2}"/>
                </a:ext>
              </a:extLst>
            </p:cNvPr>
            <p:cNvSpPr/>
            <p:nvPr/>
          </p:nvSpPr>
          <p:spPr>
            <a:xfrm>
              <a:off x="3594775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593;p53">
              <a:extLst>
                <a:ext uri="{FF2B5EF4-FFF2-40B4-BE49-F238E27FC236}">
                  <a16:creationId xmlns:a16="http://schemas.microsoft.com/office/drawing/2014/main" id="{3D3ABDD1-9309-CA5C-CD1C-745746F3B46A}"/>
                </a:ext>
              </a:extLst>
            </p:cNvPr>
            <p:cNvSpPr/>
            <p:nvPr/>
          </p:nvSpPr>
          <p:spPr>
            <a:xfrm>
              <a:off x="3649441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594;p53">
              <a:extLst>
                <a:ext uri="{FF2B5EF4-FFF2-40B4-BE49-F238E27FC236}">
                  <a16:creationId xmlns:a16="http://schemas.microsoft.com/office/drawing/2014/main" id="{54D855C4-26A5-E736-6F77-468FD51CABD6}"/>
                </a:ext>
              </a:extLst>
            </p:cNvPr>
            <p:cNvSpPr/>
            <p:nvPr/>
          </p:nvSpPr>
          <p:spPr>
            <a:xfrm>
              <a:off x="3649441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595;p53">
              <a:extLst>
                <a:ext uri="{FF2B5EF4-FFF2-40B4-BE49-F238E27FC236}">
                  <a16:creationId xmlns:a16="http://schemas.microsoft.com/office/drawing/2014/main" id="{1A86B68F-BDF2-F2E1-FBAF-48E2C77C2B7D}"/>
                </a:ext>
              </a:extLst>
            </p:cNvPr>
            <p:cNvSpPr/>
            <p:nvPr/>
          </p:nvSpPr>
          <p:spPr>
            <a:xfrm>
              <a:off x="3649441" y="3692564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596;p53">
              <a:extLst>
                <a:ext uri="{FF2B5EF4-FFF2-40B4-BE49-F238E27FC236}">
                  <a16:creationId xmlns:a16="http://schemas.microsoft.com/office/drawing/2014/main" id="{4F51971D-21D6-5DB8-7EAC-29FF23BB2E9C}"/>
                </a:ext>
              </a:extLst>
            </p:cNvPr>
            <p:cNvSpPr/>
            <p:nvPr/>
          </p:nvSpPr>
          <p:spPr>
            <a:xfrm>
              <a:off x="364944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597;p53">
              <a:extLst>
                <a:ext uri="{FF2B5EF4-FFF2-40B4-BE49-F238E27FC236}">
                  <a16:creationId xmlns:a16="http://schemas.microsoft.com/office/drawing/2014/main" id="{CA4BAE42-EC68-C6A4-C851-C24EDB95C097}"/>
                </a:ext>
              </a:extLst>
            </p:cNvPr>
            <p:cNvSpPr/>
            <p:nvPr/>
          </p:nvSpPr>
          <p:spPr>
            <a:xfrm>
              <a:off x="364944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598;p53">
              <a:extLst>
                <a:ext uri="{FF2B5EF4-FFF2-40B4-BE49-F238E27FC236}">
                  <a16:creationId xmlns:a16="http://schemas.microsoft.com/office/drawing/2014/main" id="{98C171B8-70F0-5F2C-FCB0-EF2C881C4530}"/>
                </a:ext>
              </a:extLst>
            </p:cNvPr>
            <p:cNvSpPr/>
            <p:nvPr/>
          </p:nvSpPr>
          <p:spPr>
            <a:xfrm>
              <a:off x="364944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599;p53">
              <a:extLst>
                <a:ext uri="{FF2B5EF4-FFF2-40B4-BE49-F238E27FC236}">
                  <a16:creationId xmlns:a16="http://schemas.microsoft.com/office/drawing/2014/main" id="{18B875E9-F734-0239-597B-B487ACC9728D}"/>
                </a:ext>
              </a:extLst>
            </p:cNvPr>
            <p:cNvSpPr/>
            <p:nvPr/>
          </p:nvSpPr>
          <p:spPr>
            <a:xfrm>
              <a:off x="3649441" y="3473865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600;p53">
              <a:extLst>
                <a:ext uri="{FF2B5EF4-FFF2-40B4-BE49-F238E27FC236}">
                  <a16:creationId xmlns:a16="http://schemas.microsoft.com/office/drawing/2014/main" id="{3C499DDF-24C7-4280-CFCE-93BB1EBDFD1D}"/>
                </a:ext>
              </a:extLst>
            </p:cNvPr>
            <p:cNvSpPr/>
            <p:nvPr/>
          </p:nvSpPr>
          <p:spPr>
            <a:xfrm>
              <a:off x="364944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601;p53">
              <a:extLst>
                <a:ext uri="{FF2B5EF4-FFF2-40B4-BE49-F238E27FC236}">
                  <a16:creationId xmlns:a16="http://schemas.microsoft.com/office/drawing/2014/main" id="{DACE6929-D371-3EB3-4A57-47A6FCAEA068}"/>
                </a:ext>
              </a:extLst>
            </p:cNvPr>
            <p:cNvSpPr/>
            <p:nvPr/>
          </p:nvSpPr>
          <p:spPr>
            <a:xfrm>
              <a:off x="364944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602;p53">
              <a:extLst>
                <a:ext uri="{FF2B5EF4-FFF2-40B4-BE49-F238E27FC236}">
                  <a16:creationId xmlns:a16="http://schemas.microsoft.com/office/drawing/2014/main" id="{BA48F3B6-FA92-E10E-F114-114D0738131C}"/>
                </a:ext>
              </a:extLst>
            </p:cNvPr>
            <p:cNvSpPr/>
            <p:nvPr/>
          </p:nvSpPr>
          <p:spPr>
            <a:xfrm>
              <a:off x="3649351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603;p53">
              <a:extLst>
                <a:ext uri="{FF2B5EF4-FFF2-40B4-BE49-F238E27FC236}">
                  <a16:creationId xmlns:a16="http://schemas.microsoft.com/office/drawing/2014/main" id="{F59A4612-68F2-73BD-32CF-7B485B84E85D}"/>
                </a:ext>
              </a:extLst>
            </p:cNvPr>
            <p:cNvSpPr/>
            <p:nvPr/>
          </p:nvSpPr>
          <p:spPr>
            <a:xfrm>
              <a:off x="3649441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604;p53">
              <a:extLst>
                <a:ext uri="{FF2B5EF4-FFF2-40B4-BE49-F238E27FC236}">
                  <a16:creationId xmlns:a16="http://schemas.microsoft.com/office/drawing/2014/main" id="{E16A64BB-D79A-E9F6-829C-FE3DE46E8F87}"/>
                </a:ext>
              </a:extLst>
            </p:cNvPr>
            <p:cNvSpPr/>
            <p:nvPr/>
          </p:nvSpPr>
          <p:spPr>
            <a:xfrm>
              <a:off x="3649441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605;p53">
              <a:extLst>
                <a:ext uri="{FF2B5EF4-FFF2-40B4-BE49-F238E27FC236}">
                  <a16:creationId xmlns:a16="http://schemas.microsoft.com/office/drawing/2014/main" id="{1A1D7059-092F-DCD1-7CDA-3292549603C2}"/>
                </a:ext>
              </a:extLst>
            </p:cNvPr>
            <p:cNvSpPr/>
            <p:nvPr/>
          </p:nvSpPr>
          <p:spPr>
            <a:xfrm>
              <a:off x="364944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606;p53">
              <a:extLst>
                <a:ext uri="{FF2B5EF4-FFF2-40B4-BE49-F238E27FC236}">
                  <a16:creationId xmlns:a16="http://schemas.microsoft.com/office/drawing/2014/main" id="{895B27BF-76D7-FB21-DDD4-AC93BD71649A}"/>
                </a:ext>
              </a:extLst>
            </p:cNvPr>
            <p:cNvSpPr/>
            <p:nvPr/>
          </p:nvSpPr>
          <p:spPr>
            <a:xfrm>
              <a:off x="364944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607;p53">
              <a:extLst>
                <a:ext uri="{FF2B5EF4-FFF2-40B4-BE49-F238E27FC236}">
                  <a16:creationId xmlns:a16="http://schemas.microsoft.com/office/drawing/2014/main" id="{09F0B423-5BC3-90A9-92C2-511968E8E65D}"/>
                </a:ext>
              </a:extLst>
            </p:cNvPr>
            <p:cNvSpPr/>
            <p:nvPr/>
          </p:nvSpPr>
          <p:spPr>
            <a:xfrm>
              <a:off x="364944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608;p53">
              <a:extLst>
                <a:ext uri="{FF2B5EF4-FFF2-40B4-BE49-F238E27FC236}">
                  <a16:creationId xmlns:a16="http://schemas.microsoft.com/office/drawing/2014/main" id="{A23703F6-8F98-95A4-0DDC-053A34208B29}"/>
                </a:ext>
              </a:extLst>
            </p:cNvPr>
            <p:cNvSpPr/>
            <p:nvPr/>
          </p:nvSpPr>
          <p:spPr>
            <a:xfrm>
              <a:off x="364944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609;p53">
              <a:extLst>
                <a:ext uri="{FF2B5EF4-FFF2-40B4-BE49-F238E27FC236}">
                  <a16:creationId xmlns:a16="http://schemas.microsoft.com/office/drawing/2014/main" id="{2260BCC3-3249-8730-F1E8-DDB08FA2ECDE}"/>
                </a:ext>
              </a:extLst>
            </p:cNvPr>
            <p:cNvSpPr/>
            <p:nvPr/>
          </p:nvSpPr>
          <p:spPr>
            <a:xfrm>
              <a:off x="359477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610;p53">
              <a:extLst>
                <a:ext uri="{FF2B5EF4-FFF2-40B4-BE49-F238E27FC236}">
                  <a16:creationId xmlns:a16="http://schemas.microsoft.com/office/drawing/2014/main" id="{FEFB95C7-A6A8-DE42-FA0D-780C337717AA}"/>
                </a:ext>
              </a:extLst>
            </p:cNvPr>
            <p:cNvSpPr/>
            <p:nvPr/>
          </p:nvSpPr>
          <p:spPr>
            <a:xfrm>
              <a:off x="3540091" y="2982087"/>
              <a:ext cx="44640" cy="38184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611;p53">
              <a:extLst>
                <a:ext uri="{FF2B5EF4-FFF2-40B4-BE49-F238E27FC236}">
                  <a16:creationId xmlns:a16="http://schemas.microsoft.com/office/drawing/2014/main" id="{78C4CA51-268A-DEAE-828C-DCACACF71193}"/>
                </a:ext>
              </a:extLst>
            </p:cNvPr>
            <p:cNvSpPr/>
            <p:nvPr/>
          </p:nvSpPr>
          <p:spPr>
            <a:xfrm>
              <a:off x="348542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612;p53">
              <a:extLst>
                <a:ext uri="{FF2B5EF4-FFF2-40B4-BE49-F238E27FC236}">
                  <a16:creationId xmlns:a16="http://schemas.microsoft.com/office/drawing/2014/main" id="{D8F2BE67-B559-6B26-2DD6-D3EE1AD2EACC}"/>
                </a:ext>
              </a:extLst>
            </p:cNvPr>
            <p:cNvSpPr/>
            <p:nvPr/>
          </p:nvSpPr>
          <p:spPr>
            <a:xfrm>
              <a:off x="4086571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613;p53">
              <a:extLst>
                <a:ext uri="{FF2B5EF4-FFF2-40B4-BE49-F238E27FC236}">
                  <a16:creationId xmlns:a16="http://schemas.microsoft.com/office/drawing/2014/main" id="{4F590FBF-553C-BD5E-6077-2472BF8B80B1}"/>
                </a:ext>
              </a:extLst>
            </p:cNvPr>
            <p:cNvSpPr/>
            <p:nvPr/>
          </p:nvSpPr>
          <p:spPr>
            <a:xfrm>
              <a:off x="4086571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614;p53">
              <a:extLst>
                <a:ext uri="{FF2B5EF4-FFF2-40B4-BE49-F238E27FC236}">
                  <a16:creationId xmlns:a16="http://schemas.microsoft.com/office/drawing/2014/main" id="{0120A98A-1D57-A8B9-793C-2B2CFDC5F8A2}"/>
                </a:ext>
              </a:extLst>
            </p:cNvPr>
            <p:cNvSpPr/>
            <p:nvPr/>
          </p:nvSpPr>
          <p:spPr>
            <a:xfrm>
              <a:off x="4086571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615;p53">
              <a:extLst>
                <a:ext uri="{FF2B5EF4-FFF2-40B4-BE49-F238E27FC236}">
                  <a16:creationId xmlns:a16="http://schemas.microsoft.com/office/drawing/2014/main" id="{B91D884F-42D0-8BA8-F997-706DB594FD9A}"/>
                </a:ext>
              </a:extLst>
            </p:cNvPr>
            <p:cNvSpPr/>
            <p:nvPr/>
          </p:nvSpPr>
          <p:spPr>
            <a:xfrm>
              <a:off x="4031887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616;p53">
              <a:extLst>
                <a:ext uri="{FF2B5EF4-FFF2-40B4-BE49-F238E27FC236}">
                  <a16:creationId xmlns:a16="http://schemas.microsoft.com/office/drawing/2014/main" id="{018EB3A5-6640-5244-AB59-2ABAD021FE21}"/>
                </a:ext>
              </a:extLst>
            </p:cNvPr>
            <p:cNvSpPr/>
            <p:nvPr/>
          </p:nvSpPr>
          <p:spPr>
            <a:xfrm>
              <a:off x="4031887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617;p53">
              <a:extLst>
                <a:ext uri="{FF2B5EF4-FFF2-40B4-BE49-F238E27FC236}">
                  <a16:creationId xmlns:a16="http://schemas.microsoft.com/office/drawing/2014/main" id="{CDBF2704-E90E-3E3E-0840-8366F205500C}"/>
                </a:ext>
              </a:extLst>
            </p:cNvPr>
            <p:cNvSpPr/>
            <p:nvPr/>
          </p:nvSpPr>
          <p:spPr>
            <a:xfrm>
              <a:off x="4031887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618;p53">
              <a:extLst>
                <a:ext uri="{FF2B5EF4-FFF2-40B4-BE49-F238E27FC236}">
                  <a16:creationId xmlns:a16="http://schemas.microsoft.com/office/drawing/2014/main" id="{65526A86-E5F2-2CF7-690D-7645274E6EDD}"/>
                </a:ext>
              </a:extLst>
            </p:cNvPr>
            <p:cNvSpPr/>
            <p:nvPr/>
          </p:nvSpPr>
          <p:spPr>
            <a:xfrm>
              <a:off x="4031887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619;p53">
              <a:extLst>
                <a:ext uri="{FF2B5EF4-FFF2-40B4-BE49-F238E27FC236}">
                  <a16:creationId xmlns:a16="http://schemas.microsoft.com/office/drawing/2014/main" id="{9DC82387-4103-7034-C6D1-D6D5281C1AFD}"/>
                </a:ext>
              </a:extLst>
            </p:cNvPr>
            <p:cNvSpPr/>
            <p:nvPr/>
          </p:nvSpPr>
          <p:spPr>
            <a:xfrm>
              <a:off x="4031887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620;p53">
              <a:extLst>
                <a:ext uri="{FF2B5EF4-FFF2-40B4-BE49-F238E27FC236}">
                  <a16:creationId xmlns:a16="http://schemas.microsoft.com/office/drawing/2014/main" id="{6D860DCD-9451-0B6B-1FA5-182BA150D491}"/>
                </a:ext>
              </a:extLst>
            </p:cNvPr>
            <p:cNvSpPr/>
            <p:nvPr/>
          </p:nvSpPr>
          <p:spPr>
            <a:xfrm>
              <a:off x="3977203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621;p53">
              <a:extLst>
                <a:ext uri="{FF2B5EF4-FFF2-40B4-BE49-F238E27FC236}">
                  <a16:creationId xmlns:a16="http://schemas.microsoft.com/office/drawing/2014/main" id="{793A4DE7-83DA-BBF2-E1FD-60C6B2792F3E}"/>
                </a:ext>
              </a:extLst>
            </p:cNvPr>
            <p:cNvSpPr/>
            <p:nvPr/>
          </p:nvSpPr>
          <p:spPr>
            <a:xfrm>
              <a:off x="3977203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622;p53">
              <a:extLst>
                <a:ext uri="{FF2B5EF4-FFF2-40B4-BE49-F238E27FC236}">
                  <a16:creationId xmlns:a16="http://schemas.microsoft.com/office/drawing/2014/main" id="{481DF894-ADE7-408F-9BC1-57CEDE2E0A69}"/>
                </a:ext>
              </a:extLst>
            </p:cNvPr>
            <p:cNvSpPr/>
            <p:nvPr/>
          </p:nvSpPr>
          <p:spPr>
            <a:xfrm>
              <a:off x="3977203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623;p53">
              <a:extLst>
                <a:ext uri="{FF2B5EF4-FFF2-40B4-BE49-F238E27FC236}">
                  <a16:creationId xmlns:a16="http://schemas.microsoft.com/office/drawing/2014/main" id="{C58E5C11-4B22-B94D-AF5C-0439008803B6}"/>
                </a:ext>
              </a:extLst>
            </p:cNvPr>
            <p:cNvSpPr/>
            <p:nvPr/>
          </p:nvSpPr>
          <p:spPr>
            <a:xfrm>
              <a:off x="3977203" y="3091294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624;p53">
              <a:extLst>
                <a:ext uri="{FF2B5EF4-FFF2-40B4-BE49-F238E27FC236}">
                  <a16:creationId xmlns:a16="http://schemas.microsoft.com/office/drawing/2014/main" id="{F646FFCB-34E7-F8CF-D3C1-4590BA838844}"/>
                </a:ext>
              </a:extLst>
            </p:cNvPr>
            <p:cNvSpPr/>
            <p:nvPr/>
          </p:nvSpPr>
          <p:spPr>
            <a:xfrm>
              <a:off x="3977203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625;p53">
              <a:extLst>
                <a:ext uri="{FF2B5EF4-FFF2-40B4-BE49-F238E27FC236}">
                  <a16:creationId xmlns:a16="http://schemas.microsoft.com/office/drawing/2014/main" id="{6DBDF599-748F-40F8-70D3-B6DC54BF3F9B}"/>
                </a:ext>
              </a:extLst>
            </p:cNvPr>
            <p:cNvSpPr/>
            <p:nvPr/>
          </p:nvSpPr>
          <p:spPr>
            <a:xfrm>
              <a:off x="3922681" y="363775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626;p53">
              <a:extLst>
                <a:ext uri="{FF2B5EF4-FFF2-40B4-BE49-F238E27FC236}">
                  <a16:creationId xmlns:a16="http://schemas.microsoft.com/office/drawing/2014/main" id="{E2B5A7A8-6522-E4C1-C736-E5E80BA6C282}"/>
                </a:ext>
              </a:extLst>
            </p:cNvPr>
            <p:cNvSpPr/>
            <p:nvPr/>
          </p:nvSpPr>
          <p:spPr>
            <a:xfrm>
              <a:off x="392268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627;p53">
              <a:extLst>
                <a:ext uri="{FF2B5EF4-FFF2-40B4-BE49-F238E27FC236}">
                  <a16:creationId xmlns:a16="http://schemas.microsoft.com/office/drawing/2014/main" id="{CE02C0D9-FE72-58FA-9111-DBBA12656CF0}"/>
                </a:ext>
              </a:extLst>
            </p:cNvPr>
            <p:cNvSpPr/>
            <p:nvPr/>
          </p:nvSpPr>
          <p:spPr>
            <a:xfrm>
              <a:off x="3922681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628;p53">
              <a:extLst>
                <a:ext uri="{FF2B5EF4-FFF2-40B4-BE49-F238E27FC236}">
                  <a16:creationId xmlns:a16="http://schemas.microsoft.com/office/drawing/2014/main" id="{E3A00F62-009E-D3D3-8B93-922E05E921CF}"/>
                </a:ext>
              </a:extLst>
            </p:cNvPr>
            <p:cNvSpPr/>
            <p:nvPr/>
          </p:nvSpPr>
          <p:spPr>
            <a:xfrm>
              <a:off x="3922681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629;p53">
              <a:extLst>
                <a:ext uri="{FF2B5EF4-FFF2-40B4-BE49-F238E27FC236}">
                  <a16:creationId xmlns:a16="http://schemas.microsoft.com/office/drawing/2014/main" id="{6A1ABAA7-D92E-CD6C-F724-D8EC6D279E75}"/>
                </a:ext>
              </a:extLst>
            </p:cNvPr>
            <p:cNvSpPr/>
            <p:nvPr/>
          </p:nvSpPr>
          <p:spPr>
            <a:xfrm>
              <a:off x="39226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630;p53">
              <a:extLst>
                <a:ext uri="{FF2B5EF4-FFF2-40B4-BE49-F238E27FC236}">
                  <a16:creationId xmlns:a16="http://schemas.microsoft.com/office/drawing/2014/main" id="{4D131354-761C-8CD8-7BE8-F6186A6DCF76}"/>
                </a:ext>
              </a:extLst>
            </p:cNvPr>
            <p:cNvSpPr/>
            <p:nvPr/>
          </p:nvSpPr>
          <p:spPr>
            <a:xfrm>
              <a:off x="392268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631;p53">
              <a:extLst>
                <a:ext uri="{FF2B5EF4-FFF2-40B4-BE49-F238E27FC236}">
                  <a16:creationId xmlns:a16="http://schemas.microsoft.com/office/drawing/2014/main" id="{4DED7D8C-247A-C651-4131-9ACC75BCB55F}"/>
                </a:ext>
              </a:extLst>
            </p:cNvPr>
            <p:cNvSpPr/>
            <p:nvPr/>
          </p:nvSpPr>
          <p:spPr>
            <a:xfrm>
              <a:off x="39226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632;p53">
              <a:extLst>
                <a:ext uri="{FF2B5EF4-FFF2-40B4-BE49-F238E27FC236}">
                  <a16:creationId xmlns:a16="http://schemas.microsoft.com/office/drawing/2014/main" id="{8DA64CBE-D69C-AC35-5566-8D6FC300DAE2}"/>
                </a:ext>
              </a:extLst>
            </p:cNvPr>
            <p:cNvSpPr/>
            <p:nvPr/>
          </p:nvSpPr>
          <p:spPr>
            <a:xfrm>
              <a:off x="3922681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633;p53">
              <a:extLst>
                <a:ext uri="{FF2B5EF4-FFF2-40B4-BE49-F238E27FC236}">
                  <a16:creationId xmlns:a16="http://schemas.microsoft.com/office/drawing/2014/main" id="{933554A0-91E8-B5C5-9E16-1A888F58D718}"/>
                </a:ext>
              </a:extLst>
            </p:cNvPr>
            <p:cNvSpPr/>
            <p:nvPr/>
          </p:nvSpPr>
          <p:spPr>
            <a:xfrm>
              <a:off x="3868015" y="3692564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634;p53">
              <a:extLst>
                <a:ext uri="{FF2B5EF4-FFF2-40B4-BE49-F238E27FC236}">
                  <a16:creationId xmlns:a16="http://schemas.microsoft.com/office/drawing/2014/main" id="{F6DC8BC3-E8D0-5879-CBB8-1AE34BF776B9}"/>
                </a:ext>
              </a:extLst>
            </p:cNvPr>
            <p:cNvSpPr/>
            <p:nvPr/>
          </p:nvSpPr>
          <p:spPr>
            <a:xfrm>
              <a:off x="3868015" y="363775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635;p53">
              <a:extLst>
                <a:ext uri="{FF2B5EF4-FFF2-40B4-BE49-F238E27FC236}">
                  <a16:creationId xmlns:a16="http://schemas.microsoft.com/office/drawing/2014/main" id="{C455538A-57B1-08A3-F2AB-C2F44E89FE1F}"/>
                </a:ext>
              </a:extLst>
            </p:cNvPr>
            <p:cNvSpPr/>
            <p:nvPr/>
          </p:nvSpPr>
          <p:spPr>
            <a:xfrm>
              <a:off x="3868015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636;p53">
              <a:extLst>
                <a:ext uri="{FF2B5EF4-FFF2-40B4-BE49-F238E27FC236}">
                  <a16:creationId xmlns:a16="http://schemas.microsoft.com/office/drawing/2014/main" id="{4E845D90-AC15-507A-6FA6-EE6EF9762875}"/>
                </a:ext>
              </a:extLst>
            </p:cNvPr>
            <p:cNvSpPr/>
            <p:nvPr/>
          </p:nvSpPr>
          <p:spPr>
            <a:xfrm>
              <a:off x="3868015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637;p53">
              <a:extLst>
                <a:ext uri="{FF2B5EF4-FFF2-40B4-BE49-F238E27FC236}">
                  <a16:creationId xmlns:a16="http://schemas.microsoft.com/office/drawing/2014/main" id="{EEFE85F6-8295-0B59-6F91-C8053FC789FF}"/>
                </a:ext>
              </a:extLst>
            </p:cNvPr>
            <p:cNvSpPr/>
            <p:nvPr/>
          </p:nvSpPr>
          <p:spPr>
            <a:xfrm>
              <a:off x="381333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638;p53">
              <a:extLst>
                <a:ext uri="{FF2B5EF4-FFF2-40B4-BE49-F238E27FC236}">
                  <a16:creationId xmlns:a16="http://schemas.microsoft.com/office/drawing/2014/main" id="{44C09B87-ABCC-6F5C-6E3B-809B68457843}"/>
                </a:ext>
              </a:extLst>
            </p:cNvPr>
            <p:cNvSpPr/>
            <p:nvPr/>
          </p:nvSpPr>
          <p:spPr>
            <a:xfrm>
              <a:off x="381333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639;p53">
              <a:extLst>
                <a:ext uri="{FF2B5EF4-FFF2-40B4-BE49-F238E27FC236}">
                  <a16:creationId xmlns:a16="http://schemas.microsoft.com/office/drawing/2014/main" id="{6269BAB6-B8E5-4142-33F5-3B5D00BB43F1}"/>
                </a:ext>
              </a:extLst>
            </p:cNvPr>
            <p:cNvSpPr/>
            <p:nvPr/>
          </p:nvSpPr>
          <p:spPr>
            <a:xfrm>
              <a:off x="3813331" y="37471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640;p53">
              <a:extLst>
                <a:ext uri="{FF2B5EF4-FFF2-40B4-BE49-F238E27FC236}">
                  <a16:creationId xmlns:a16="http://schemas.microsoft.com/office/drawing/2014/main" id="{BDADCCC7-DCE1-F649-01F1-E3CFC78EBD56}"/>
                </a:ext>
              </a:extLst>
            </p:cNvPr>
            <p:cNvSpPr/>
            <p:nvPr/>
          </p:nvSpPr>
          <p:spPr>
            <a:xfrm>
              <a:off x="3813331" y="3692564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641;p53">
              <a:extLst>
                <a:ext uri="{FF2B5EF4-FFF2-40B4-BE49-F238E27FC236}">
                  <a16:creationId xmlns:a16="http://schemas.microsoft.com/office/drawing/2014/main" id="{441F9BCA-452D-601A-5E8E-2A60499E8064}"/>
                </a:ext>
              </a:extLst>
            </p:cNvPr>
            <p:cNvSpPr/>
            <p:nvPr/>
          </p:nvSpPr>
          <p:spPr>
            <a:xfrm>
              <a:off x="3813331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642;p53">
              <a:extLst>
                <a:ext uri="{FF2B5EF4-FFF2-40B4-BE49-F238E27FC236}">
                  <a16:creationId xmlns:a16="http://schemas.microsoft.com/office/drawing/2014/main" id="{234584FB-225B-F48F-F759-E82E37196E32}"/>
                </a:ext>
              </a:extLst>
            </p:cNvPr>
            <p:cNvSpPr/>
            <p:nvPr/>
          </p:nvSpPr>
          <p:spPr>
            <a:xfrm>
              <a:off x="3758647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643;p53">
              <a:extLst>
                <a:ext uri="{FF2B5EF4-FFF2-40B4-BE49-F238E27FC236}">
                  <a16:creationId xmlns:a16="http://schemas.microsoft.com/office/drawing/2014/main" id="{D5CB5EA7-B70A-1608-C165-BF1D84B7A5D5}"/>
                </a:ext>
              </a:extLst>
            </p:cNvPr>
            <p:cNvSpPr/>
            <p:nvPr/>
          </p:nvSpPr>
          <p:spPr>
            <a:xfrm>
              <a:off x="375864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644;p53">
              <a:extLst>
                <a:ext uri="{FF2B5EF4-FFF2-40B4-BE49-F238E27FC236}">
                  <a16:creationId xmlns:a16="http://schemas.microsoft.com/office/drawing/2014/main" id="{45183D2B-85CE-7D8A-99DF-17683E6497DA}"/>
                </a:ext>
              </a:extLst>
            </p:cNvPr>
            <p:cNvSpPr/>
            <p:nvPr/>
          </p:nvSpPr>
          <p:spPr>
            <a:xfrm>
              <a:off x="375864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645;p53">
              <a:extLst>
                <a:ext uri="{FF2B5EF4-FFF2-40B4-BE49-F238E27FC236}">
                  <a16:creationId xmlns:a16="http://schemas.microsoft.com/office/drawing/2014/main" id="{4CB05625-3C25-A191-7FF6-DE2F061DA865}"/>
                </a:ext>
              </a:extLst>
            </p:cNvPr>
            <p:cNvSpPr/>
            <p:nvPr/>
          </p:nvSpPr>
          <p:spPr>
            <a:xfrm>
              <a:off x="37041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646;p53">
              <a:extLst>
                <a:ext uri="{FF2B5EF4-FFF2-40B4-BE49-F238E27FC236}">
                  <a16:creationId xmlns:a16="http://schemas.microsoft.com/office/drawing/2014/main" id="{4F733E1F-8B85-C419-636D-E694FDB8D91C}"/>
                </a:ext>
              </a:extLst>
            </p:cNvPr>
            <p:cNvSpPr/>
            <p:nvPr/>
          </p:nvSpPr>
          <p:spPr>
            <a:xfrm>
              <a:off x="3704125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647;p53">
              <a:extLst>
                <a:ext uri="{FF2B5EF4-FFF2-40B4-BE49-F238E27FC236}">
                  <a16:creationId xmlns:a16="http://schemas.microsoft.com/office/drawing/2014/main" id="{7A133F6E-70D0-4B41-C7F9-BE651D0D02EE}"/>
                </a:ext>
              </a:extLst>
            </p:cNvPr>
            <p:cNvSpPr/>
            <p:nvPr/>
          </p:nvSpPr>
          <p:spPr>
            <a:xfrm>
              <a:off x="370412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648;p53">
              <a:extLst>
                <a:ext uri="{FF2B5EF4-FFF2-40B4-BE49-F238E27FC236}">
                  <a16:creationId xmlns:a16="http://schemas.microsoft.com/office/drawing/2014/main" id="{F0BC66E8-FAEF-7C9B-887E-B0ADFE202FCC}"/>
                </a:ext>
              </a:extLst>
            </p:cNvPr>
            <p:cNvSpPr/>
            <p:nvPr/>
          </p:nvSpPr>
          <p:spPr>
            <a:xfrm>
              <a:off x="3649441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649;p53">
              <a:extLst>
                <a:ext uri="{FF2B5EF4-FFF2-40B4-BE49-F238E27FC236}">
                  <a16:creationId xmlns:a16="http://schemas.microsoft.com/office/drawing/2014/main" id="{649250DE-761C-F194-44E1-0EB3788F610C}"/>
                </a:ext>
              </a:extLst>
            </p:cNvPr>
            <p:cNvSpPr/>
            <p:nvPr/>
          </p:nvSpPr>
          <p:spPr>
            <a:xfrm>
              <a:off x="3649441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650;p53">
              <a:extLst>
                <a:ext uri="{FF2B5EF4-FFF2-40B4-BE49-F238E27FC236}">
                  <a16:creationId xmlns:a16="http://schemas.microsoft.com/office/drawing/2014/main" id="{4F41A3FD-2039-42BD-C9EE-3E6D96886EC7}"/>
                </a:ext>
              </a:extLst>
            </p:cNvPr>
            <p:cNvSpPr/>
            <p:nvPr/>
          </p:nvSpPr>
          <p:spPr>
            <a:xfrm>
              <a:off x="364944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651;p53">
              <a:extLst>
                <a:ext uri="{FF2B5EF4-FFF2-40B4-BE49-F238E27FC236}">
                  <a16:creationId xmlns:a16="http://schemas.microsoft.com/office/drawing/2014/main" id="{E8141B31-6148-530F-A82D-A7EF0DED7629}"/>
                </a:ext>
              </a:extLst>
            </p:cNvPr>
            <p:cNvSpPr/>
            <p:nvPr/>
          </p:nvSpPr>
          <p:spPr>
            <a:xfrm>
              <a:off x="364944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652;p53">
              <a:extLst>
                <a:ext uri="{FF2B5EF4-FFF2-40B4-BE49-F238E27FC236}">
                  <a16:creationId xmlns:a16="http://schemas.microsoft.com/office/drawing/2014/main" id="{130BB17E-7EB4-245A-19A2-779E3621D029}"/>
                </a:ext>
              </a:extLst>
            </p:cNvPr>
            <p:cNvSpPr/>
            <p:nvPr/>
          </p:nvSpPr>
          <p:spPr>
            <a:xfrm>
              <a:off x="359477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653;p53">
              <a:extLst>
                <a:ext uri="{FF2B5EF4-FFF2-40B4-BE49-F238E27FC236}">
                  <a16:creationId xmlns:a16="http://schemas.microsoft.com/office/drawing/2014/main" id="{D16F39AE-A060-5F1E-D715-12DEE4CE7D8F}"/>
                </a:ext>
              </a:extLst>
            </p:cNvPr>
            <p:cNvSpPr/>
            <p:nvPr/>
          </p:nvSpPr>
          <p:spPr>
            <a:xfrm>
              <a:off x="3594775" y="37471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654;p53">
              <a:extLst>
                <a:ext uri="{FF2B5EF4-FFF2-40B4-BE49-F238E27FC236}">
                  <a16:creationId xmlns:a16="http://schemas.microsoft.com/office/drawing/2014/main" id="{D4BDAB73-5950-B6DB-D99B-61C2A74CDE75}"/>
                </a:ext>
              </a:extLst>
            </p:cNvPr>
            <p:cNvSpPr/>
            <p:nvPr/>
          </p:nvSpPr>
          <p:spPr>
            <a:xfrm>
              <a:off x="3594775" y="3692564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655;p53">
              <a:extLst>
                <a:ext uri="{FF2B5EF4-FFF2-40B4-BE49-F238E27FC236}">
                  <a16:creationId xmlns:a16="http://schemas.microsoft.com/office/drawing/2014/main" id="{3BB16283-F0A7-7456-0BCA-8F8469F2961E}"/>
                </a:ext>
              </a:extLst>
            </p:cNvPr>
            <p:cNvSpPr/>
            <p:nvPr/>
          </p:nvSpPr>
          <p:spPr>
            <a:xfrm>
              <a:off x="359477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656;p53">
              <a:extLst>
                <a:ext uri="{FF2B5EF4-FFF2-40B4-BE49-F238E27FC236}">
                  <a16:creationId xmlns:a16="http://schemas.microsoft.com/office/drawing/2014/main" id="{16984D4D-7411-FAA0-416F-EC21ED600F80}"/>
                </a:ext>
              </a:extLst>
            </p:cNvPr>
            <p:cNvSpPr/>
            <p:nvPr/>
          </p:nvSpPr>
          <p:spPr>
            <a:xfrm>
              <a:off x="359477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657;p53">
              <a:extLst>
                <a:ext uri="{FF2B5EF4-FFF2-40B4-BE49-F238E27FC236}">
                  <a16:creationId xmlns:a16="http://schemas.microsoft.com/office/drawing/2014/main" id="{845F0B17-C6AF-7439-7815-634080620254}"/>
                </a:ext>
              </a:extLst>
            </p:cNvPr>
            <p:cNvSpPr/>
            <p:nvPr/>
          </p:nvSpPr>
          <p:spPr>
            <a:xfrm>
              <a:off x="3594775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658;p53">
              <a:extLst>
                <a:ext uri="{FF2B5EF4-FFF2-40B4-BE49-F238E27FC236}">
                  <a16:creationId xmlns:a16="http://schemas.microsoft.com/office/drawing/2014/main" id="{E166F9C1-5D8B-B6F5-255F-D7345644CA50}"/>
                </a:ext>
              </a:extLst>
            </p:cNvPr>
            <p:cNvSpPr/>
            <p:nvPr/>
          </p:nvSpPr>
          <p:spPr>
            <a:xfrm>
              <a:off x="359477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659;p53">
              <a:extLst>
                <a:ext uri="{FF2B5EF4-FFF2-40B4-BE49-F238E27FC236}">
                  <a16:creationId xmlns:a16="http://schemas.microsoft.com/office/drawing/2014/main" id="{2719F3AB-6D50-7526-DC4A-F737D922ADF1}"/>
                </a:ext>
              </a:extLst>
            </p:cNvPr>
            <p:cNvSpPr/>
            <p:nvPr/>
          </p:nvSpPr>
          <p:spPr>
            <a:xfrm>
              <a:off x="3594775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660;p53">
              <a:extLst>
                <a:ext uri="{FF2B5EF4-FFF2-40B4-BE49-F238E27FC236}">
                  <a16:creationId xmlns:a16="http://schemas.microsoft.com/office/drawing/2014/main" id="{748132FB-AF68-F9DC-FE6B-B44E7E98D011}"/>
                </a:ext>
              </a:extLst>
            </p:cNvPr>
            <p:cNvSpPr/>
            <p:nvPr/>
          </p:nvSpPr>
          <p:spPr>
            <a:xfrm>
              <a:off x="3540091" y="363775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661;p53">
              <a:extLst>
                <a:ext uri="{FF2B5EF4-FFF2-40B4-BE49-F238E27FC236}">
                  <a16:creationId xmlns:a16="http://schemas.microsoft.com/office/drawing/2014/main" id="{0F4FCFD0-9229-9FF4-9EEB-8B59E795885D}"/>
                </a:ext>
              </a:extLst>
            </p:cNvPr>
            <p:cNvSpPr/>
            <p:nvPr/>
          </p:nvSpPr>
          <p:spPr>
            <a:xfrm>
              <a:off x="3540091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662;p53">
              <a:extLst>
                <a:ext uri="{FF2B5EF4-FFF2-40B4-BE49-F238E27FC236}">
                  <a16:creationId xmlns:a16="http://schemas.microsoft.com/office/drawing/2014/main" id="{1D9011F3-26F2-7F77-AF09-4A575165A909}"/>
                </a:ext>
              </a:extLst>
            </p:cNvPr>
            <p:cNvSpPr/>
            <p:nvPr/>
          </p:nvSpPr>
          <p:spPr>
            <a:xfrm>
              <a:off x="354009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663;p53">
              <a:extLst>
                <a:ext uri="{FF2B5EF4-FFF2-40B4-BE49-F238E27FC236}">
                  <a16:creationId xmlns:a16="http://schemas.microsoft.com/office/drawing/2014/main" id="{9F775FFD-EAE1-38B2-7626-497D198593BF}"/>
                </a:ext>
              </a:extLst>
            </p:cNvPr>
            <p:cNvSpPr/>
            <p:nvPr/>
          </p:nvSpPr>
          <p:spPr>
            <a:xfrm>
              <a:off x="3540091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664;p53">
              <a:extLst>
                <a:ext uri="{FF2B5EF4-FFF2-40B4-BE49-F238E27FC236}">
                  <a16:creationId xmlns:a16="http://schemas.microsoft.com/office/drawing/2014/main" id="{B523F892-1F36-ED16-3E19-8983EBFF223E}"/>
                </a:ext>
              </a:extLst>
            </p:cNvPr>
            <p:cNvSpPr/>
            <p:nvPr/>
          </p:nvSpPr>
          <p:spPr>
            <a:xfrm>
              <a:off x="3540002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665;p53">
              <a:extLst>
                <a:ext uri="{FF2B5EF4-FFF2-40B4-BE49-F238E27FC236}">
                  <a16:creationId xmlns:a16="http://schemas.microsoft.com/office/drawing/2014/main" id="{0CEDEEB7-6AD1-3537-5F46-F5A46E908D59}"/>
                </a:ext>
              </a:extLst>
            </p:cNvPr>
            <p:cNvSpPr/>
            <p:nvPr/>
          </p:nvSpPr>
          <p:spPr>
            <a:xfrm>
              <a:off x="354009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666;p53">
              <a:extLst>
                <a:ext uri="{FF2B5EF4-FFF2-40B4-BE49-F238E27FC236}">
                  <a16:creationId xmlns:a16="http://schemas.microsoft.com/office/drawing/2014/main" id="{D1420083-0F2B-C04E-64E2-2524FD9EF676}"/>
                </a:ext>
              </a:extLst>
            </p:cNvPr>
            <p:cNvSpPr/>
            <p:nvPr/>
          </p:nvSpPr>
          <p:spPr>
            <a:xfrm>
              <a:off x="348531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667;p53">
              <a:extLst>
                <a:ext uri="{FF2B5EF4-FFF2-40B4-BE49-F238E27FC236}">
                  <a16:creationId xmlns:a16="http://schemas.microsoft.com/office/drawing/2014/main" id="{34A7F2B0-9D18-C741-07A8-2198BF7B8DB2}"/>
                </a:ext>
              </a:extLst>
            </p:cNvPr>
            <p:cNvSpPr/>
            <p:nvPr/>
          </p:nvSpPr>
          <p:spPr>
            <a:xfrm>
              <a:off x="3485425" y="3255166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668;p53">
              <a:extLst>
                <a:ext uri="{FF2B5EF4-FFF2-40B4-BE49-F238E27FC236}">
                  <a16:creationId xmlns:a16="http://schemas.microsoft.com/office/drawing/2014/main" id="{1811599B-D336-3D90-E21E-976C1401C720}"/>
                </a:ext>
              </a:extLst>
            </p:cNvPr>
            <p:cNvSpPr/>
            <p:nvPr/>
          </p:nvSpPr>
          <p:spPr>
            <a:xfrm>
              <a:off x="348542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669;p53">
              <a:extLst>
                <a:ext uri="{FF2B5EF4-FFF2-40B4-BE49-F238E27FC236}">
                  <a16:creationId xmlns:a16="http://schemas.microsoft.com/office/drawing/2014/main" id="{30D7C43B-2656-37BD-61C3-73622242C2FF}"/>
                </a:ext>
              </a:extLst>
            </p:cNvPr>
            <p:cNvSpPr/>
            <p:nvPr/>
          </p:nvSpPr>
          <p:spPr>
            <a:xfrm>
              <a:off x="3430742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670;p53">
              <a:extLst>
                <a:ext uri="{FF2B5EF4-FFF2-40B4-BE49-F238E27FC236}">
                  <a16:creationId xmlns:a16="http://schemas.microsoft.com/office/drawing/2014/main" id="{5CCCF268-1CA8-700E-EFA7-6E7E45C3100C}"/>
                </a:ext>
              </a:extLst>
            </p:cNvPr>
            <p:cNvSpPr/>
            <p:nvPr/>
          </p:nvSpPr>
          <p:spPr>
            <a:xfrm>
              <a:off x="34307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671;p53">
              <a:extLst>
                <a:ext uri="{FF2B5EF4-FFF2-40B4-BE49-F238E27FC236}">
                  <a16:creationId xmlns:a16="http://schemas.microsoft.com/office/drawing/2014/main" id="{495C270C-A8ED-8A28-B549-9D5416AAD75F}"/>
                </a:ext>
              </a:extLst>
            </p:cNvPr>
            <p:cNvSpPr/>
            <p:nvPr/>
          </p:nvSpPr>
          <p:spPr>
            <a:xfrm>
              <a:off x="34307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672;p53">
              <a:extLst>
                <a:ext uri="{FF2B5EF4-FFF2-40B4-BE49-F238E27FC236}">
                  <a16:creationId xmlns:a16="http://schemas.microsoft.com/office/drawing/2014/main" id="{1229494A-2D58-08E8-4C97-0E93EE9CA990}"/>
                </a:ext>
              </a:extLst>
            </p:cNvPr>
            <p:cNvSpPr/>
            <p:nvPr/>
          </p:nvSpPr>
          <p:spPr>
            <a:xfrm>
              <a:off x="3376076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673;p53">
              <a:extLst>
                <a:ext uri="{FF2B5EF4-FFF2-40B4-BE49-F238E27FC236}">
                  <a16:creationId xmlns:a16="http://schemas.microsoft.com/office/drawing/2014/main" id="{C17B62FA-CEF2-F5A8-BA1E-608238F991E2}"/>
                </a:ext>
              </a:extLst>
            </p:cNvPr>
            <p:cNvSpPr/>
            <p:nvPr/>
          </p:nvSpPr>
          <p:spPr>
            <a:xfrm>
              <a:off x="3376076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674;p53">
              <a:extLst>
                <a:ext uri="{FF2B5EF4-FFF2-40B4-BE49-F238E27FC236}">
                  <a16:creationId xmlns:a16="http://schemas.microsoft.com/office/drawing/2014/main" id="{4005D8F6-6105-419C-1205-8E0155FF9F60}"/>
                </a:ext>
              </a:extLst>
            </p:cNvPr>
            <p:cNvSpPr/>
            <p:nvPr/>
          </p:nvSpPr>
          <p:spPr>
            <a:xfrm>
              <a:off x="3376076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675;p53">
              <a:extLst>
                <a:ext uri="{FF2B5EF4-FFF2-40B4-BE49-F238E27FC236}">
                  <a16:creationId xmlns:a16="http://schemas.microsoft.com/office/drawing/2014/main" id="{DDEF6C11-87DE-18CB-EB54-C76B7CBDB077}"/>
                </a:ext>
              </a:extLst>
            </p:cNvPr>
            <p:cNvSpPr/>
            <p:nvPr/>
          </p:nvSpPr>
          <p:spPr>
            <a:xfrm>
              <a:off x="3321392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676;p53">
              <a:extLst>
                <a:ext uri="{FF2B5EF4-FFF2-40B4-BE49-F238E27FC236}">
                  <a16:creationId xmlns:a16="http://schemas.microsoft.com/office/drawing/2014/main" id="{797187F5-B6EC-D31A-8779-3CC2D316EF50}"/>
                </a:ext>
              </a:extLst>
            </p:cNvPr>
            <p:cNvSpPr/>
            <p:nvPr/>
          </p:nvSpPr>
          <p:spPr>
            <a:xfrm>
              <a:off x="3321392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677;p53">
              <a:extLst>
                <a:ext uri="{FF2B5EF4-FFF2-40B4-BE49-F238E27FC236}">
                  <a16:creationId xmlns:a16="http://schemas.microsoft.com/office/drawing/2014/main" id="{8442D398-043A-33CB-2670-DCD6E3B41C0C}"/>
                </a:ext>
              </a:extLst>
            </p:cNvPr>
            <p:cNvSpPr/>
            <p:nvPr/>
          </p:nvSpPr>
          <p:spPr>
            <a:xfrm>
              <a:off x="332139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678;p53">
              <a:extLst>
                <a:ext uri="{FF2B5EF4-FFF2-40B4-BE49-F238E27FC236}">
                  <a16:creationId xmlns:a16="http://schemas.microsoft.com/office/drawing/2014/main" id="{4061A09E-82C2-5791-4D90-E90DB6F7E0DF}"/>
                </a:ext>
              </a:extLst>
            </p:cNvPr>
            <p:cNvSpPr/>
            <p:nvPr/>
          </p:nvSpPr>
          <p:spPr>
            <a:xfrm>
              <a:off x="332139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679;p53">
              <a:extLst>
                <a:ext uri="{FF2B5EF4-FFF2-40B4-BE49-F238E27FC236}">
                  <a16:creationId xmlns:a16="http://schemas.microsoft.com/office/drawing/2014/main" id="{ED1D7008-CEBC-C55C-3F09-7E05C74407DD}"/>
                </a:ext>
              </a:extLst>
            </p:cNvPr>
            <p:cNvSpPr/>
            <p:nvPr/>
          </p:nvSpPr>
          <p:spPr>
            <a:xfrm>
              <a:off x="3266870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680;p53">
              <a:extLst>
                <a:ext uri="{FF2B5EF4-FFF2-40B4-BE49-F238E27FC236}">
                  <a16:creationId xmlns:a16="http://schemas.microsoft.com/office/drawing/2014/main" id="{50D70DB0-4D6A-36B9-BC31-0BCA05405995}"/>
                </a:ext>
              </a:extLst>
            </p:cNvPr>
            <p:cNvSpPr/>
            <p:nvPr/>
          </p:nvSpPr>
          <p:spPr>
            <a:xfrm>
              <a:off x="3266870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681;p53">
              <a:extLst>
                <a:ext uri="{FF2B5EF4-FFF2-40B4-BE49-F238E27FC236}">
                  <a16:creationId xmlns:a16="http://schemas.microsoft.com/office/drawing/2014/main" id="{F1FC6DE8-E3C2-B3E1-1C54-05ADE36F1922}"/>
                </a:ext>
              </a:extLst>
            </p:cNvPr>
            <p:cNvSpPr/>
            <p:nvPr/>
          </p:nvSpPr>
          <p:spPr>
            <a:xfrm>
              <a:off x="3266870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682;p53">
              <a:extLst>
                <a:ext uri="{FF2B5EF4-FFF2-40B4-BE49-F238E27FC236}">
                  <a16:creationId xmlns:a16="http://schemas.microsoft.com/office/drawing/2014/main" id="{6B733B59-CE29-FAD3-6972-F36FB47EA6B0}"/>
                </a:ext>
              </a:extLst>
            </p:cNvPr>
            <p:cNvSpPr/>
            <p:nvPr/>
          </p:nvSpPr>
          <p:spPr>
            <a:xfrm>
              <a:off x="3266870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683;p53">
              <a:extLst>
                <a:ext uri="{FF2B5EF4-FFF2-40B4-BE49-F238E27FC236}">
                  <a16:creationId xmlns:a16="http://schemas.microsoft.com/office/drawing/2014/main" id="{1B9B3FFB-7168-3131-54A9-24EBD652284E}"/>
                </a:ext>
              </a:extLst>
            </p:cNvPr>
            <p:cNvSpPr/>
            <p:nvPr/>
          </p:nvSpPr>
          <p:spPr>
            <a:xfrm>
              <a:off x="3212186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684;p53">
              <a:extLst>
                <a:ext uri="{FF2B5EF4-FFF2-40B4-BE49-F238E27FC236}">
                  <a16:creationId xmlns:a16="http://schemas.microsoft.com/office/drawing/2014/main" id="{58CC88C2-CAF8-1BE4-228A-30A1A26CC709}"/>
                </a:ext>
              </a:extLst>
            </p:cNvPr>
            <p:cNvSpPr/>
            <p:nvPr/>
          </p:nvSpPr>
          <p:spPr>
            <a:xfrm>
              <a:off x="3212186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685;p53">
              <a:extLst>
                <a:ext uri="{FF2B5EF4-FFF2-40B4-BE49-F238E27FC236}">
                  <a16:creationId xmlns:a16="http://schemas.microsoft.com/office/drawing/2014/main" id="{AB29BD6A-A03D-98CC-324C-EA26FE116060}"/>
                </a:ext>
              </a:extLst>
            </p:cNvPr>
            <p:cNvSpPr/>
            <p:nvPr/>
          </p:nvSpPr>
          <p:spPr>
            <a:xfrm>
              <a:off x="3212186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686;p53">
              <a:extLst>
                <a:ext uri="{FF2B5EF4-FFF2-40B4-BE49-F238E27FC236}">
                  <a16:creationId xmlns:a16="http://schemas.microsoft.com/office/drawing/2014/main" id="{8043AC4B-111F-403F-5552-D070ECEA1D87}"/>
                </a:ext>
              </a:extLst>
            </p:cNvPr>
            <p:cNvSpPr/>
            <p:nvPr/>
          </p:nvSpPr>
          <p:spPr>
            <a:xfrm>
              <a:off x="3212186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687;p53">
              <a:extLst>
                <a:ext uri="{FF2B5EF4-FFF2-40B4-BE49-F238E27FC236}">
                  <a16:creationId xmlns:a16="http://schemas.microsoft.com/office/drawing/2014/main" id="{076C50B9-53B5-CFD0-1F0A-B4A8506E19DC}"/>
                </a:ext>
              </a:extLst>
            </p:cNvPr>
            <p:cNvSpPr/>
            <p:nvPr/>
          </p:nvSpPr>
          <p:spPr>
            <a:xfrm>
              <a:off x="3157520" y="314595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688;p53">
              <a:extLst>
                <a:ext uri="{FF2B5EF4-FFF2-40B4-BE49-F238E27FC236}">
                  <a16:creationId xmlns:a16="http://schemas.microsoft.com/office/drawing/2014/main" id="{06CD24BF-6C65-2B52-4FE7-7F0FE48592AB}"/>
                </a:ext>
              </a:extLst>
            </p:cNvPr>
            <p:cNvSpPr/>
            <p:nvPr/>
          </p:nvSpPr>
          <p:spPr>
            <a:xfrm>
              <a:off x="3157520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689;p53">
              <a:extLst>
                <a:ext uri="{FF2B5EF4-FFF2-40B4-BE49-F238E27FC236}">
                  <a16:creationId xmlns:a16="http://schemas.microsoft.com/office/drawing/2014/main" id="{EF1B3630-A54F-8B26-A4E2-268374E0DE01}"/>
                </a:ext>
              </a:extLst>
            </p:cNvPr>
            <p:cNvSpPr/>
            <p:nvPr/>
          </p:nvSpPr>
          <p:spPr>
            <a:xfrm>
              <a:off x="3157520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690;p53">
              <a:extLst>
                <a:ext uri="{FF2B5EF4-FFF2-40B4-BE49-F238E27FC236}">
                  <a16:creationId xmlns:a16="http://schemas.microsoft.com/office/drawing/2014/main" id="{D90AF2FE-30AF-F049-87C4-66EB2F8EBEE5}"/>
                </a:ext>
              </a:extLst>
            </p:cNvPr>
            <p:cNvSpPr/>
            <p:nvPr/>
          </p:nvSpPr>
          <p:spPr>
            <a:xfrm>
              <a:off x="3157520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691;p53">
              <a:extLst>
                <a:ext uri="{FF2B5EF4-FFF2-40B4-BE49-F238E27FC236}">
                  <a16:creationId xmlns:a16="http://schemas.microsoft.com/office/drawing/2014/main" id="{7B8BD0D1-6A66-A073-0BF4-BB98B0461CE8}"/>
                </a:ext>
              </a:extLst>
            </p:cNvPr>
            <p:cNvSpPr/>
            <p:nvPr/>
          </p:nvSpPr>
          <p:spPr>
            <a:xfrm>
              <a:off x="3157520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692;p53">
              <a:extLst>
                <a:ext uri="{FF2B5EF4-FFF2-40B4-BE49-F238E27FC236}">
                  <a16:creationId xmlns:a16="http://schemas.microsoft.com/office/drawing/2014/main" id="{433BEF0C-F02F-C548-9AE8-B654CA4F4E7C}"/>
                </a:ext>
              </a:extLst>
            </p:cNvPr>
            <p:cNvSpPr/>
            <p:nvPr/>
          </p:nvSpPr>
          <p:spPr>
            <a:xfrm>
              <a:off x="3868015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693;p53">
              <a:extLst>
                <a:ext uri="{FF2B5EF4-FFF2-40B4-BE49-F238E27FC236}">
                  <a16:creationId xmlns:a16="http://schemas.microsoft.com/office/drawing/2014/main" id="{12D5D07F-CCAE-2F3E-3035-92B7039A3B44}"/>
                </a:ext>
              </a:extLst>
            </p:cNvPr>
            <p:cNvSpPr/>
            <p:nvPr/>
          </p:nvSpPr>
          <p:spPr>
            <a:xfrm>
              <a:off x="3102836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694;p53">
              <a:extLst>
                <a:ext uri="{FF2B5EF4-FFF2-40B4-BE49-F238E27FC236}">
                  <a16:creationId xmlns:a16="http://schemas.microsoft.com/office/drawing/2014/main" id="{D552FDB8-93A8-77B5-DBCE-131FCE285F23}"/>
                </a:ext>
              </a:extLst>
            </p:cNvPr>
            <p:cNvSpPr/>
            <p:nvPr/>
          </p:nvSpPr>
          <p:spPr>
            <a:xfrm>
              <a:off x="30483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695;p53">
              <a:extLst>
                <a:ext uri="{FF2B5EF4-FFF2-40B4-BE49-F238E27FC236}">
                  <a16:creationId xmlns:a16="http://schemas.microsoft.com/office/drawing/2014/main" id="{AB38CC47-FEA1-6F98-5724-BFF9A010EABC}"/>
                </a:ext>
              </a:extLst>
            </p:cNvPr>
            <p:cNvSpPr/>
            <p:nvPr/>
          </p:nvSpPr>
          <p:spPr>
            <a:xfrm>
              <a:off x="397720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696;p53">
              <a:extLst>
                <a:ext uri="{FF2B5EF4-FFF2-40B4-BE49-F238E27FC236}">
                  <a16:creationId xmlns:a16="http://schemas.microsoft.com/office/drawing/2014/main" id="{64EB491F-7330-AE62-65F2-5A7C270E0461}"/>
                </a:ext>
              </a:extLst>
            </p:cNvPr>
            <p:cNvSpPr/>
            <p:nvPr/>
          </p:nvSpPr>
          <p:spPr>
            <a:xfrm>
              <a:off x="397720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697;p53">
              <a:extLst>
                <a:ext uri="{FF2B5EF4-FFF2-40B4-BE49-F238E27FC236}">
                  <a16:creationId xmlns:a16="http://schemas.microsoft.com/office/drawing/2014/main" id="{1ECB9388-7DD4-69DF-90C0-6DBA36650AD7}"/>
                </a:ext>
              </a:extLst>
            </p:cNvPr>
            <p:cNvSpPr/>
            <p:nvPr/>
          </p:nvSpPr>
          <p:spPr>
            <a:xfrm>
              <a:off x="397720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698;p53">
              <a:extLst>
                <a:ext uri="{FF2B5EF4-FFF2-40B4-BE49-F238E27FC236}">
                  <a16:creationId xmlns:a16="http://schemas.microsoft.com/office/drawing/2014/main" id="{574CDB50-9B18-2BC8-BF53-EFC53049F1F6}"/>
                </a:ext>
              </a:extLst>
            </p:cNvPr>
            <p:cNvSpPr/>
            <p:nvPr/>
          </p:nvSpPr>
          <p:spPr>
            <a:xfrm>
              <a:off x="397720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699;p53">
              <a:extLst>
                <a:ext uri="{FF2B5EF4-FFF2-40B4-BE49-F238E27FC236}">
                  <a16:creationId xmlns:a16="http://schemas.microsoft.com/office/drawing/2014/main" id="{F200DC4E-676D-F94F-C5DD-9E095D10EDDF}"/>
                </a:ext>
              </a:extLst>
            </p:cNvPr>
            <p:cNvSpPr/>
            <p:nvPr/>
          </p:nvSpPr>
          <p:spPr>
            <a:xfrm>
              <a:off x="397720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700;p53">
              <a:extLst>
                <a:ext uri="{FF2B5EF4-FFF2-40B4-BE49-F238E27FC236}">
                  <a16:creationId xmlns:a16="http://schemas.microsoft.com/office/drawing/2014/main" id="{6978B6A9-9D01-6221-0F99-14ACAF33AECB}"/>
                </a:ext>
              </a:extLst>
            </p:cNvPr>
            <p:cNvSpPr/>
            <p:nvPr/>
          </p:nvSpPr>
          <p:spPr>
            <a:xfrm>
              <a:off x="397720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701;p53">
              <a:extLst>
                <a:ext uri="{FF2B5EF4-FFF2-40B4-BE49-F238E27FC236}">
                  <a16:creationId xmlns:a16="http://schemas.microsoft.com/office/drawing/2014/main" id="{3A7419CB-6265-2C6E-917D-2912ECD386D1}"/>
                </a:ext>
              </a:extLst>
            </p:cNvPr>
            <p:cNvSpPr/>
            <p:nvPr/>
          </p:nvSpPr>
          <p:spPr>
            <a:xfrm>
              <a:off x="397720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702;p53">
              <a:extLst>
                <a:ext uri="{FF2B5EF4-FFF2-40B4-BE49-F238E27FC236}">
                  <a16:creationId xmlns:a16="http://schemas.microsoft.com/office/drawing/2014/main" id="{400F536C-9080-B8BB-EAD2-4498E6F44316}"/>
                </a:ext>
              </a:extLst>
            </p:cNvPr>
            <p:cNvSpPr/>
            <p:nvPr/>
          </p:nvSpPr>
          <p:spPr>
            <a:xfrm>
              <a:off x="3704125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703;p53">
              <a:extLst>
                <a:ext uri="{FF2B5EF4-FFF2-40B4-BE49-F238E27FC236}">
                  <a16:creationId xmlns:a16="http://schemas.microsoft.com/office/drawing/2014/main" id="{B89CC1D2-CD2E-8995-E38D-E1F0068525F1}"/>
                </a:ext>
              </a:extLst>
            </p:cNvPr>
            <p:cNvSpPr/>
            <p:nvPr/>
          </p:nvSpPr>
          <p:spPr>
            <a:xfrm>
              <a:off x="37041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704;p53">
              <a:extLst>
                <a:ext uri="{FF2B5EF4-FFF2-40B4-BE49-F238E27FC236}">
                  <a16:creationId xmlns:a16="http://schemas.microsoft.com/office/drawing/2014/main" id="{5B465FED-1CB5-7211-C545-1C6C74D5F323}"/>
                </a:ext>
              </a:extLst>
            </p:cNvPr>
            <p:cNvSpPr/>
            <p:nvPr/>
          </p:nvSpPr>
          <p:spPr>
            <a:xfrm>
              <a:off x="348542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705;p53">
              <a:extLst>
                <a:ext uri="{FF2B5EF4-FFF2-40B4-BE49-F238E27FC236}">
                  <a16:creationId xmlns:a16="http://schemas.microsoft.com/office/drawing/2014/main" id="{3507675E-1159-C603-E120-D4E9F90EF791}"/>
                </a:ext>
              </a:extLst>
            </p:cNvPr>
            <p:cNvSpPr/>
            <p:nvPr/>
          </p:nvSpPr>
          <p:spPr>
            <a:xfrm>
              <a:off x="354009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706;p53">
              <a:extLst>
                <a:ext uri="{FF2B5EF4-FFF2-40B4-BE49-F238E27FC236}">
                  <a16:creationId xmlns:a16="http://schemas.microsoft.com/office/drawing/2014/main" id="{AD1E2CDB-6111-CB1C-7A02-14D955217FCB}"/>
                </a:ext>
              </a:extLst>
            </p:cNvPr>
            <p:cNvSpPr/>
            <p:nvPr/>
          </p:nvSpPr>
          <p:spPr>
            <a:xfrm>
              <a:off x="354009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707;p53">
              <a:extLst>
                <a:ext uri="{FF2B5EF4-FFF2-40B4-BE49-F238E27FC236}">
                  <a16:creationId xmlns:a16="http://schemas.microsoft.com/office/drawing/2014/main" id="{17EAB23B-A6A0-24EF-5C60-188E68405E99}"/>
                </a:ext>
              </a:extLst>
            </p:cNvPr>
            <p:cNvSpPr/>
            <p:nvPr/>
          </p:nvSpPr>
          <p:spPr>
            <a:xfrm>
              <a:off x="359477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708;p53">
              <a:extLst>
                <a:ext uri="{FF2B5EF4-FFF2-40B4-BE49-F238E27FC236}">
                  <a16:creationId xmlns:a16="http://schemas.microsoft.com/office/drawing/2014/main" id="{FDF263B1-AD4E-F57D-84B4-375708CD92DE}"/>
                </a:ext>
              </a:extLst>
            </p:cNvPr>
            <p:cNvSpPr/>
            <p:nvPr/>
          </p:nvSpPr>
          <p:spPr>
            <a:xfrm>
              <a:off x="364944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709;p53">
              <a:extLst>
                <a:ext uri="{FF2B5EF4-FFF2-40B4-BE49-F238E27FC236}">
                  <a16:creationId xmlns:a16="http://schemas.microsoft.com/office/drawing/2014/main" id="{BAFE6808-FA7C-1EEA-C546-B8E965179F0F}"/>
                </a:ext>
              </a:extLst>
            </p:cNvPr>
            <p:cNvSpPr/>
            <p:nvPr/>
          </p:nvSpPr>
          <p:spPr>
            <a:xfrm>
              <a:off x="364944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710;p53">
              <a:extLst>
                <a:ext uri="{FF2B5EF4-FFF2-40B4-BE49-F238E27FC236}">
                  <a16:creationId xmlns:a16="http://schemas.microsoft.com/office/drawing/2014/main" id="{3B12EBCB-E7A8-5A0F-C1B2-AB042716E0FB}"/>
                </a:ext>
              </a:extLst>
            </p:cNvPr>
            <p:cNvSpPr/>
            <p:nvPr/>
          </p:nvSpPr>
          <p:spPr>
            <a:xfrm>
              <a:off x="37041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711;p53">
              <a:extLst>
                <a:ext uri="{FF2B5EF4-FFF2-40B4-BE49-F238E27FC236}">
                  <a16:creationId xmlns:a16="http://schemas.microsoft.com/office/drawing/2014/main" id="{3636101C-5EFF-32F2-DF9B-5E29F5539A0D}"/>
                </a:ext>
              </a:extLst>
            </p:cNvPr>
            <p:cNvSpPr/>
            <p:nvPr/>
          </p:nvSpPr>
          <p:spPr>
            <a:xfrm>
              <a:off x="370412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712;p53">
              <a:extLst>
                <a:ext uri="{FF2B5EF4-FFF2-40B4-BE49-F238E27FC236}">
                  <a16:creationId xmlns:a16="http://schemas.microsoft.com/office/drawing/2014/main" id="{030A2455-AC05-34E1-ADDA-6F93F8624768}"/>
                </a:ext>
              </a:extLst>
            </p:cNvPr>
            <p:cNvSpPr/>
            <p:nvPr/>
          </p:nvSpPr>
          <p:spPr>
            <a:xfrm>
              <a:off x="375864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713;p53">
              <a:extLst>
                <a:ext uri="{FF2B5EF4-FFF2-40B4-BE49-F238E27FC236}">
                  <a16:creationId xmlns:a16="http://schemas.microsoft.com/office/drawing/2014/main" id="{7A840489-78D1-F696-1459-D160CF0AE58D}"/>
                </a:ext>
              </a:extLst>
            </p:cNvPr>
            <p:cNvSpPr/>
            <p:nvPr/>
          </p:nvSpPr>
          <p:spPr>
            <a:xfrm>
              <a:off x="375864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714;p53">
              <a:extLst>
                <a:ext uri="{FF2B5EF4-FFF2-40B4-BE49-F238E27FC236}">
                  <a16:creationId xmlns:a16="http://schemas.microsoft.com/office/drawing/2014/main" id="{838D7CE0-B1DA-1D89-B3B1-E925AB856815}"/>
                </a:ext>
              </a:extLst>
            </p:cNvPr>
            <p:cNvSpPr/>
            <p:nvPr/>
          </p:nvSpPr>
          <p:spPr>
            <a:xfrm>
              <a:off x="375864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715;p53">
              <a:extLst>
                <a:ext uri="{FF2B5EF4-FFF2-40B4-BE49-F238E27FC236}">
                  <a16:creationId xmlns:a16="http://schemas.microsoft.com/office/drawing/2014/main" id="{2E2EE1CF-CC98-A9A3-5954-383C0B88BE04}"/>
                </a:ext>
              </a:extLst>
            </p:cNvPr>
            <p:cNvSpPr/>
            <p:nvPr/>
          </p:nvSpPr>
          <p:spPr>
            <a:xfrm>
              <a:off x="375864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716;p53">
              <a:extLst>
                <a:ext uri="{FF2B5EF4-FFF2-40B4-BE49-F238E27FC236}">
                  <a16:creationId xmlns:a16="http://schemas.microsoft.com/office/drawing/2014/main" id="{B83BC117-20B6-6666-05DC-01B7264ABB65}"/>
                </a:ext>
              </a:extLst>
            </p:cNvPr>
            <p:cNvSpPr/>
            <p:nvPr/>
          </p:nvSpPr>
          <p:spPr>
            <a:xfrm>
              <a:off x="3813331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17;p53">
              <a:extLst>
                <a:ext uri="{FF2B5EF4-FFF2-40B4-BE49-F238E27FC236}">
                  <a16:creationId xmlns:a16="http://schemas.microsoft.com/office/drawing/2014/main" id="{9A4A3902-520D-9F09-D96E-838765DD74B8}"/>
                </a:ext>
              </a:extLst>
            </p:cNvPr>
            <p:cNvSpPr/>
            <p:nvPr/>
          </p:nvSpPr>
          <p:spPr>
            <a:xfrm>
              <a:off x="381333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18;p53">
              <a:extLst>
                <a:ext uri="{FF2B5EF4-FFF2-40B4-BE49-F238E27FC236}">
                  <a16:creationId xmlns:a16="http://schemas.microsoft.com/office/drawing/2014/main" id="{9B4A86C6-77A7-F931-98BA-07BA24C3FFF5}"/>
                </a:ext>
              </a:extLst>
            </p:cNvPr>
            <p:cNvSpPr/>
            <p:nvPr/>
          </p:nvSpPr>
          <p:spPr>
            <a:xfrm>
              <a:off x="3813331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19;p53">
              <a:extLst>
                <a:ext uri="{FF2B5EF4-FFF2-40B4-BE49-F238E27FC236}">
                  <a16:creationId xmlns:a16="http://schemas.microsoft.com/office/drawing/2014/main" id="{DE5EC4A8-A22A-EF36-2964-9E8DC64D414B}"/>
                </a:ext>
              </a:extLst>
            </p:cNvPr>
            <p:cNvSpPr/>
            <p:nvPr/>
          </p:nvSpPr>
          <p:spPr>
            <a:xfrm>
              <a:off x="381333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20;p53">
              <a:extLst>
                <a:ext uri="{FF2B5EF4-FFF2-40B4-BE49-F238E27FC236}">
                  <a16:creationId xmlns:a16="http://schemas.microsoft.com/office/drawing/2014/main" id="{E7864B62-ED3A-B7B2-48A5-1DE85058CDFD}"/>
                </a:ext>
              </a:extLst>
            </p:cNvPr>
            <p:cNvSpPr/>
            <p:nvPr/>
          </p:nvSpPr>
          <p:spPr>
            <a:xfrm>
              <a:off x="381333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21;p53">
              <a:extLst>
                <a:ext uri="{FF2B5EF4-FFF2-40B4-BE49-F238E27FC236}">
                  <a16:creationId xmlns:a16="http://schemas.microsoft.com/office/drawing/2014/main" id="{4AE6D51C-DEF7-8272-34C5-C1991ACEE714}"/>
                </a:ext>
              </a:extLst>
            </p:cNvPr>
            <p:cNvSpPr/>
            <p:nvPr/>
          </p:nvSpPr>
          <p:spPr>
            <a:xfrm>
              <a:off x="3813331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722;p53">
              <a:extLst>
                <a:ext uri="{FF2B5EF4-FFF2-40B4-BE49-F238E27FC236}">
                  <a16:creationId xmlns:a16="http://schemas.microsoft.com/office/drawing/2014/main" id="{14DEC3A5-A47F-AA1B-9DF0-0B44EB7D1F83}"/>
                </a:ext>
              </a:extLst>
            </p:cNvPr>
            <p:cNvSpPr/>
            <p:nvPr/>
          </p:nvSpPr>
          <p:spPr>
            <a:xfrm>
              <a:off x="386801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723;p53">
              <a:extLst>
                <a:ext uri="{FF2B5EF4-FFF2-40B4-BE49-F238E27FC236}">
                  <a16:creationId xmlns:a16="http://schemas.microsoft.com/office/drawing/2014/main" id="{D29441E9-09DA-00E6-05C1-0743591385AE}"/>
                </a:ext>
              </a:extLst>
            </p:cNvPr>
            <p:cNvSpPr/>
            <p:nvPr/>
          </p:nvSpPr>
          <p:spPr>
            <a:xfrm>
              <a:off x="3868015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724;p53">
              <a:extLst>
                <a:ext uri="{FF2B5EF4-FFF2-40B4-BE49-F238E27FC236}">
                  <a16:creationId xmlns:a16="http://schemas.microsoft.com/office/drawing/2014/main" id="{15D15CD5-4277-6B0E-E300-557466BE8BDF}"/>
                </a:ext>
              </a:extLst>
            </p:cNvPr>
            <p:cNvSpPr/>
            <p:nvPr/>
          </p:nvSpPr>
          <p:spPr>
            <a:xfrm>
              <a:off x="386801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725;p53">
              <a:extLst>
                <a:ext uri="{FF2B5EF4-FFF2-40B4-BE49-F238E27FC236}">
                  <a16:creationId xmlns:a16="http://schemas.microsoft.com/office/drawing/2014/main" id="{187A25D2-2D74-0540-FB23-395DC433E022}"/>
                </a:ext>
              </a:extLst>
            </p:cNvPr>
            <p:cNvSpPr/>
            <p:nvPr/>
          </p:nvSpPr>
          <p:spPr>
            <a:xfrm>
              <a:off x="3868015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726;p53">
              <a:extLst>
                <a:ext uri="{FF2B5EF4-FFF2-40B4-BE49-F238E27FC236}">
                  <a16:creationId xmlns:a16="http://schemas.microsoft.com/office/drawing/2014/main" id="{12256858-37D9-E89F-CAD9-AA2C3E3BB56E}"/>
                </a:ext>
              </a:extLst>
            </p:cNvPr>
            <p:cNvSpPr/>
            <p:nvPr/>
          </p:nvSpPr>
          <p:spPr>
            <a:xfrm>
              <a:off x="386801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727;p53">
              <a:extLst>
                <a:ext uri="{FF2B5EF4-FFF2-40B4-BE49-F238E27FC236}">
                  <a16:creationId xmlns:a16="http://schemas.microsoft.com/office/drawing/2014/main" id="{437F9BD3-CE24-C0F2-5812-3A7D38CB2478}"/>
                </a:ext>
              </a:extLst>
            </p:cNvPr>
            <p:cNvSpPr/>
            <p:nvPr/>
          </p:nvSpPr>
          <p:spPr>
            <a:xfrm>
              <a:off x="386801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728;p53">
              <a:extLst>
                <a:ext uri="{FF2B5EF4-FFF2-40B4-BE49-F238E27FC236}">
                  <a16:creationId xmlns:a16="http://schemas.microsoft.com/office/drawing/2014/main" id="{9D1BD40F-31B9-C2A9-B875-72F953D1AEB3}"/>
                </a:ext>
              </a:extLst>
            </p:cNvPr>
            <p:cNvSpPr/>
            <p:nvPr/>
          </p:nvSpPr>
          <p:spPr>
            <a:xfrm>
              <a:off x="3868015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729;p53">
              <a:extLst>
                <a:ext uri="{FF2B5EF4-FFF2-40B4-BE49-F238E27FC236}">
                  <a16:creationId xmlns:a16="http://schemas.microsoft.com/office/drawing/2014/main" id="{5A2E8758-2A59-D750-BE85-FCD4F3D6B4E0}"/>
                </a:ext>
              </a:extLst>
            </p:cNvPr>
            <p:cNvSpPr/>
            <p:nvPr/>
          </p:nvSpPr>
          <p:spPr>
            <a:xfrm>
              <a:off x="39226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730;p53">
              <a:extLst>
                <a:ext uri="{FF2B5EF4-FFF2-40B4-BE49-F238E27FC236}">
                  <a16:creationId xmlns:a16="http://schemas.microsoft.com/office/drawing/2014/main" id="{C6B205BC-DA8D-42F3-F1C2-8D61C0D9A401}"/>
                </a:ext>
              </a:extLst>
            </p:cNvPr>
            <p:cNvSpPr/>
            <p:nvPr/>
          </p:nvSpPr>
          <p:spPr>
            <a:xfrm>
              <a:off x="39226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731;p53">
              <a:extLst>
                <a:ext uri="{FF2B5EF4-FFF2-40B4-BE49-F238E27FC236}">
                  <a16:creationId xmlns:a16="http://schemas.microsoft.com/office/drawing/2014/main" id="{ECB81A05-4007-AB8A-2E4D-37684AB7437D}"/>
                </a:ext>
              </a:extLst>
            </p:cNvPr>
            <p:cNvSpPr/>
            <p:nvPr/>
          </p:nvSpPr>
          <p:spPr>
            <a:xfrm>
              <a:off x="39226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732;p53">
              <a:extLst>
                <a:ext uri="{FF2B5EF4-FFF2-40B4-BE49-F238E27FC236}">
                  <a16:creationId xmlns:a16="http://schemas.microsoft.com/office/drawing/2014/main" id="{BAF9C517-47BE-E2F7-0371-DBC99CAEE22E}"/>
                </a:ext>
              </a:extLst>
            </p:cNvPr>
            <p:cNvSpPr/>
            <p:nvPr/>
          </p:nvSpPr>
          <p:spPr>
            <a:xfrm>
              <a:off x="39226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733;p53">
              <a:extLst>
                <a:ext uri="{FF2B5EF4-FFF2-40B4-BE49-F238E27FC236}">
                  <a16:creationId xmlns:a16="http://schemas.microsoft.com/office/drawing/2014/main" id="{70DAB510-4862-B84E-C646-46B0E62CB2F0}"/>
                </a:ext>
              </a:extLst>
            </p:cNvPr>
            <p:cNvSpPr/>
            <p:nvPr/>
          </p:nvSpPr>
          <p:spPr>
            <a:xfrm>
              <a:off x="39226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734;p53">
              <a:extLst>
                <a:ext uri="{FF2B5EF4-FFF2-40B4-BE49-F238E27FC236}">
                  <a16:creationId xmlns:a16="http://schemas.microsoft.com/office/drawing/2014/main" id="{98137C1F-5CAA-6EA5-F78E-95A0346FD663}"/>
                </a:ext>
              </a:extLst>
            </p:cNvPr>
            <p:cNvSpPr/>
            <p:nvPr/>
          </p:nvSpPr>
          <p:spPr>
            <a:xfrm>
              <a:off x="39226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735;p53">
              <a:extLst>
                <a:ext uri="{FF2B5EF4-FFF2-40B4-BE49-F238E27FC236}">
                  <a16:creationId xmlns:a16="http://schemas.microsoft.com/office/drawing/2014/main" id="{07264BB4-EA37-F7D9-8D3A-C63EEBFEF16D}"/>
                </a:ext>
              </a:extLst>
            </p:cNvPr>
            <p:cNvSpPr/>
            <p:nvPr/>
          </p:nvSpPr>
          <p:spPr>
            <a:xfrm>
              <a:off x="39226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736;p53">
              <a:extLst>
                <a:ext uri="{FF2B5EF4-FFF2-40B4-BE49-F238E27FC236}">
                  <a16:creationId xmlns:a16="http://schemas.microsoft.com/office/drawing/2014/main" id="{7D31348C-8094-7A07-E7D8-3BABF89D2166}"/>
                </a:ext>
              </a:extLst>
            </p:cNvPr>
            <p:cNvSpPr/>
            <p:nvPr/>
          </p:nvSpPr>
          <p:spPr>
            <a:xfrm>
              <a:off x="39226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737;p53">
              <a:extLst>
                <a:ext uri="{FF2B5EF4-FFF2-40B4-BE49-F238E27FC236}">
                  <a16:creationId xmlns:a16="http://schemas.microsoft.com/office/drawing/2014/main" id="{9F597CDC-3DAE-BF6B-ED4F-385A7B507DEC}"/>
                </a:ext>
              </a:extLst>
            </p:cNvPr>
            <p:cNvSpPr/>
            <p:nvPr/>
          </p:nvSpPr>
          <p:spPr>
            <a:xfrm>
              <a:off x="397720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738;p53">
              <a:extLst>
                <a:ext uri="{FF2B5EF4-FFF2-40B4-BE49-F238E27FC236}">
                  <a16:creationId xmlns:a16="http://schemas.microsoft.com/office/drawing/2014/main" id="{F1237ECB-742B-570A-7F27-3516262DAA17}"/>
                </a:ext>
              </a:extLst>
            </p:cNvPr>
            <p:cNvSpPr/>
            <p:nvPr/>
          </p:nvSpPr>
          <p:spPr>
            <a:xfrm>
              <a:off x="403188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739;p53">
              <a:extLst>
                <a:ext uri="{FF2B5EF4-FFF2-40B4-BE49-F238E27FC236}">
                  <a16:creationId xmlns:a16="http://schemas.microsoft.com/office/drawing/2014/main" id="{184EBA11-1A16-8C34-23DF-89B185EB490A}"/>
                </a:ext>
              </a:extLst>
            </p:cNvPr>
            <p:cNvSpPr/>
            <p:nvPr/>
          </p:nvSpPr>
          <p:spPr>
            <a:xfrm>
              <a:off x="403188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740;p53">
              <a:extLst>
                <a:ext uri="{FF2B5EF4-FFF2-40B4-BE49-F238E27FC236}">
                  <a16:creationId xmlns:a16="http://schemas.microsoft.com/office/drawing/2014/main" id="{B2400FAE-340B-4AB0-23DE-BF186F8806F2}"/>
                </a:ext>
              </a:extLst>
            </p:cNvPr>
            <p:cNvSpPr/>
            <p:nvPr/>
          </p:nvSpPr>
          <p:spPr>
            <a:xfrm>
              <a:off x="403188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741;p53">
              <a:extLst>
                <a:ext uri="{FF2B5EF4-FFF2-40B4-BE49-F238E27FC236}">
                  <a16:creationId xmlns:a16="http://schemas.microsoft.com/office/drawing/2014/main" id="{72BEF437-921D-07CC-9135-B5BA14EDD9CC}"/>
                </a:ext>
              </a:extLst>
            </p:cNvPr>
            <p:cNvSpPr/>
            <p:nvPr/>
          </p:nvSpPr>
          <p:spPr>
            <a:xfrm>
              <a:off x="4031887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742;p53">
              <a:extLst>
                <a:ext uri="{FF2B5EF4-FFF2-40B4-BE49-F238E27FC236}">
                  <a16:creationId xmlns:a16="http://schemas.microsoft.com/office/drawing/2014/main" id="{A54E03B0-C649-C9B5-11ED-BF2D2EEDA755}"/>
                </a:ext>
              </a:extLst>
            </p:cNvPr>
            <p:cNvSpPr/>
            <p:nvPr/>
          </p:nvSpPr>
          <p:spPr>
            <a:xfrm>
              <a:off x="4031887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743;p53">
              <a:extLst>
                <a:ext uri="{FF2B5EF4-FFF2-40B4-BE49-F238E27FC236}">
                  <a16:creationId xmlns:a16="http://schemas.microsoft.com/office/drawing/2014/main" id="{A1F8F88A-F090-8FD0-2E4D-CDA9943245F9}"/>
                </a:ext>
              </a:extLst>
            </p:cNvPr>
            <p:cNvSpPr/>
            <p:nvPr/>
          </p:nvSpPr>
          <p:spPr>
            <a:xfrm>
              <a:off x="4031887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744;p53">
              <a:extLst>
                <a:ext uri="{FF2B5EF4-FFF2-40B4-BE49-F238E27FC236}">
                  <a16:creationId xmlns:a16="http://schemas.microsoft.com/office/drawing/2014/main" id="{D446CF6D-EEF5-FFC7-5D92-A55DD3D71588}"/>
                </a:ext>
              </a:extLst>
            </p:cNvPr>
            <p:cNvSpPr/>
            <p:nvPr/>
          </p:nvSpPr>
          <p:spPr>
            <a:xfrm>
              <a:off x="4031887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745;p53">
              <a:extLst>
                <a:ext uri="{FF2B5EF4-FFF2-40B4-BE49-F238E27FC236}">
                  <a16:creationId xmlns:a16="http://schemas.microsoft.com/office/drawing/2014/main" id="{4799727E-670E-B55B-2642-6643CBDB3FC5}"/>
                </a:ext>
              </a:extLst>
            </p:cNvPr>
            <p:cNvSpPr/>
            <p:nvPr/>
          </p:nvSpPr>
          <p:spPr>
            <a:xfrm>
              <a:off x="403188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746;p53">
              <a:extLst>
                <a:ext uri="{FF2B5EF4-FFF2-40B4-BE49-F238E27FC236}">
                  <a16:creationId xmlns:a16="http://schemas.microsoft.com/office/drawing/2014/main" id="{98C85F22-6241-8E28-BC24-042524FFABAD}"/>
                </a:ext>
              </a:extLst>
            </p:cNvPr>
            <p:cNvSpPr/>
            <p:nvPr/>
          </p:nvSpPr>
          <p:spPr>
            <a:xfrm>
              <a:off x="4031887" y="2053036"/>
              <a:ext cx="44730" cy="38202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747;p53">
              <a:extLst>
                <a:ext uri="{FF2B5EF4-FFF2-40B4-BE49-F238E27FC236}">
                  <a16:creationId xmlns:a16="http://schemas.microsoft.com/office/drawing/2014/main" id="{5F263D0A-64A2-875C-DC4B-4F5F1A03B439}"/>
                </a:ext>
              </a:extLst>
            </p:cNvPr>
            <p:cNvSpPr/>
            <p:nvPr/>
          </p:nvSpPr>
          <p:spPr>
            <a:xfrm>
              <a:off x="397720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748;p53">
              <a:extLst>
                <a:ext uri="{FF2B5EF4-FFF2-40B4-BE49-F238E27FC236}">
                  <a16:creationId xmlns:a16="http://schemas.microsoft.com/office/drawing/2014/main" id="{A70E70EC-859C-42D4-3BEF-C73A4FCE9FE0}"/>
                </a:ext>
              </a:extLst>
            </p:cNvPr>
            <p:cNvSpPr/>
            <p:nvPr/>
          </p:nvSpPr>
          <p:spPr>
            <a:xfrm>
              <a:off x="392268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749;p53">
              <a:extLst>
                <a:ext uri="{FF2B5EF4-FFF2-40B4-BE49-F238E27FC236}">
                  <a16:creationId xmlns:a16="http://schemas.microsoft.com/office/drawing/2014/main" id="{1EBEDB64-97BF-9752-2AC6-7A6848FBAA90}"/>
                </a:ext>
              </a:extLst>
            </p:cNvPr>
            <p:cNvSpPr/>
            <p:nvPr/>
          </p:nvSpPr>
          <p:spPr>
            <a:xfrm>
              <a:off x="39226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750;p53">
              <a:extLst>
                <a:ext uri="{FF2B5EF4-FFF2-40B4-BE49-F238E27FC236}">
                  <a16:creationId xmlns:a16="http://schemas.microsoft.com/office/drawing/2014/main" id="{91FBED2A-503F-81A7-8B2C-78BEF58FB767}"/>
                </a:ext>
              </a:extLst>
            </p:cNvPr>
            <p:cNvSpPr/>
            <p:nvPr/>
          </p:nvSpPr>
          <p:spPr>
            <a:xfrm>
              <a:off x="386801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751;p53">
              <a:extLst>
                <a:ext uri="{FF2B5EF4-FFF2-40B4-BE49-F238E27FC236}">
                  <a16:creationId xmlns:a16="http://schemas.microsoft.com/office/drawing/2014/main" id="{E564DA64-2598-E776-CCF6-54F24B396CE1}"/>
                </a:ext>
              </a:extLst>
            </p:cNvPr>
            <p:cNvSpPr/>
            <p:nvPr/>
          </p:nvSpPr>
          <p:spPr>
            <a:xfrm>
              <a:off x="3868015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752;p53">
              <a:extLst>
                <a:ext uri="{FF2B5EF4-FFF2-40B4-BE49-F238E27FC236}">
                  <a16:creationId xmlns:a16="http://schemas.microsoft.com/office/drawing/2014/main" id="{A182EA7F-5BEC-D85E-5577-704CEF36533B}"/>
                </a:ext>
              </a:extLst>
            </p:cNvPr>
            <p:cNvSpPr/>
            <p:nvPr/>
          </p:nvSpPr>
          <p:spPr>
            <a:xfrm>
              <a:off x="3868015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753;p53">
              <a:extLst>
                <a:ext uri="{FF2B5EF4-FFF2-40B4-BE49-F238E27FC236}">
                  <a16:creationId xmlns:a16="http://schemas.microsoft.com/office/drawing/2014/main" id="{A217A262-7EB0-E476-D650-C4C21CDC7C8D}"/>
                </a:ext>
              </a:extLst>
            </p:cNvPr>
            <p:cNvSpPr/>
            <p:nvPr/>
          </p:nvSpPr>
          <p:spPr>
            <a:xfrm>
              <a:off x="386801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754;p53">
              <a:extLst>
                <a:ext uri="{FF2B5EF4-FFF2-40B4-BE49-F238E27FC236}">
                  <a16:creationId xmlns:a16="http://schemas.microsoft.com/office/drawing/2014/main" id="{161F114E-C24D-F1D5-DDD6-D734936723A0}"/>
                </a:ext>
              </a:extLst>
            </p:cNvPr>
            <p:cNvSpPr/>
            <p:nvPr/>
          </p:nvSpPr>
          <p:spPr>
            <a:xfrm>
              <a:off x="381333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755;p53">
              <a:extLst>
                <a:ext uri="{FF2B5EF4-FFF2-40B4-BE49-F238E27FC236}">
                  <a16:creationId xmlns:a16="http://schemas.microsoft.com/office/drawing/2014/main" id="{AEB1969B-7314-AA0F-D62E-23D59B557063}"/>
                </a:ext>
              </a:extLst>
            </p:cNvPr>
            <p:cNvSpPr/>
            <p:nvPr/>
          </p:nvSpPr>
          <p:spPr>
            <a:xfrm>
              <a:off x="3813331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756;p53">
              <a:extLst>
                <a:ext uri="{FF2B5EF4-FFF2-40B4-BE49-F238E27FC236}">
                  <a16:creationId xmlns:a16="http://schemas.microsoft.com/office/drawing/2014/main" id="{AF1B2BF7-16C9-39D0-5D10-69A34CC38D66}"/>
                </a:ext>
              </a:extLst>
            </p:cNvPr>
            <p:cNvSpPr/>
            <p:nvPr/>
          </p:nvSpPr>
          <p:spPr>
            <a:xfrm>
              <a:off x="381333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757;p53">
              <a:extLst>
                <a:ext uri="{FF2B5EF4-FFF2-40B4-BE49-F238E27FC236}">
                  <a16:creationId xmlns:a16="http://schemas.microsoft.com/office/drawing/2014/main" id="{7DF18257-4282-D0AB-3E10-2F16F4A6DDE4}"/>
                </a:ext>
              </a:extLst>
            </p:cNvPr>
            <p:cNvSpPr/>
            <p:nvPr/>
          </p:nvSpPr>
          <p:spPr>
            <a:xfrm>
              <a:off x="381333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758;p53">
              <a:extLst>
                <a:ext uri="{FF2B5EF4-FFF2-40B4-BE49-F238E27FC236}">
                  <a16:creationId xmlns:a16="http://schemas.microsoft.com/office/drawing/2014/main" id="{FED3E599-43A3-FE6F-EFAD-6FC4C9FA5C92}"/>
                </a:ext>
              </a:extLst>
            </p:cNvPr>
            <p:cNvSpPr/>
            <p:nvPr/>
          </p:nvSpPr>
          <p:spPr>
            <a:xfrm>
              <a:off x="3813331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759;p53">
              <a:extLst>
                <a:ext uri="{FF2B5EF4-FFF2-40B4-BE49-F238E27FC236}">
                  <a16:creationId xmlns:a16="http://schemas.microsoft.com/office/drawing/2014/main" id="{47328B05-05A2-A70F-735E-A075E53F07D1}"/>
                </a:ext>
              </a:extLst>
            </p:cNvPr>
            <p:cNvSpPr/>
            <p:nvPr/>
          </p:nvSpPr>
          <p:spPr>
            <a:xfrm>
              <a:off x="3813331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760;p53">
              <a:extLst>
                <a:ext uri="{FF2B5EF4-FFF2-40B4-BE49-F238E27FC236}">
                  <a16:creationId xmlns:a16="http://schemas.microsoft.com/office/drawing/2014/main" id="{BCDBDA6C-4AD8-0AE0-1C30-A2E2E62BDD85}"/>
                </a:ext>
              </a:extLst>
            </p:cNvPr>
            <p:cNvSpPr/>
            <p:nvPr/>
          </p:nvSpPr>
          <p:spPr>
            <a:xfrm>
              <a:off x="3758647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761;p53">
              <a:extLst>
                <a:ext uri="{FF2B5EF4-FFF2-40B4-BE49-F238E27FC236}">
                  <a16:creationId xmlns:a16="http://schemas.microsoft.com/office/drawing/2014/main" id="{7F80F72D-49A6-DE36-F2F9-8979124B5947}"/>
                </a:ext>
              </a:extLst>
            </p:cNvPr>
            <p:cNvSpPr/>
            <p:nvPr/>
          </p:nvSpPr>
          <p:spPr>
            <a:xfrm>
              <a:off x="3758647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762;p53">
              <a:extLst>
                <a:ext uri="{FF2B5EF4-FFF2-40B4-BE49-F238E27FC236}">
                  <a16:creationId xmlns:a16="http://schemas.microsoft.com/office/drawing/2014/main" id="{E75B074B-648C-5EC4-C114-AD71B51250F4}"/>
                </a:ext>
              </a:extLst>
            </p:cNvPr>
            <p:cNvSpPr/>
            <p:nvPr/>
          </p:nvSpPr>
          <p:spPr>
            <a:xfrm>
              <a:off x="3758647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763;p53">
              <a:extLst>
                <a:ext uri="{FF2B5EF4-FFF2-40B4-BE49-F238E27FC236}">
                  <a16:creationId xmlns:a16="http://schemas.microsoft.com/office/drawing/2014/main" id="{FCBB5C60-ECC8-5616-E873-2B291D07997C}"/>
                </a:ext>
              </a:extLst>
            </p:cNvPr>
            <p:cNvSpPr/>
            <p:nvPr/>
          </p:nvSpPr>
          <p:spPr>
            <a:xfrm>
              <a:off x="3758647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764;p53">
              <a:extLst>
                <a:ext uri="{FF2B5EF4-FFF2-40B4-BE49-F238E27FC236}">
                  <a16:creationId xmlns:a16="http://schemas.microsoft.com/office/drawing/2014/main" id="{D6AF2417-6DFF-1A67-4ABA-9FA5311453B7}"/>
                </a:ext>
              </a:extLst>
            </p:cNvPr>
            <p:cNvSpPr/>
            <p:nvPr/>
          </p:nvSpPr>
          <p:spPr>
            <a:xfrm>
              <a:off x="3758647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765;p53">
              <a:extLst>
                <a:ext uri="{FF2B5EF4-FFF2-40B4-BE49-F238E27FC236}">
                  <a16:creationId xmlns:a16="http://schemas.microsoft.com/office/drawing/2014/main" id="{429464D4-2B8E-9AAC-ED53-6FEA5D788E4A}"/>
                </a:ext>
              </a:extLst>
            </p:cNvPr>
            <p:cNvSpPr/>
            <p:nvPr/>
          </p:nvSpPr>
          <p:spPr>
            <a:xfrm>
              <a:off x="3758647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766;p53">
              <a:extLst>
                <a:ext uri="{FF2B5EF4-FFF2-40B4-BE49-F238E27FC236}">
                  <a16:creationId xmlns:a16="http://schemas.microsoft.com/office/drawing/2014/main" id="{06F73DD9-0785-33F1-721C-A448305FE611}"/>
                </a:ext>
              </a:extLst>
            </p:cNvPr>
            <p:cNvSpPr/>
            <p:nvPr/>
          </p:nvSpPr>
          <p:spPr>
            <a:xfrm>
              <a:off x="3758647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767;p53">
              <a:extLst>
                <a:ext uri="{FF2B5EF4-FFF2-40B4-BE49-F238E27FC236}">
                  <a16:creationId xmlns:a16="http://schemas.microsoft.com/office/drawing/2014/main" id="{04A219D3-A186-F3CD-D4E8-A1D9D70C273C}"/>
                </a:ext>
              </a:extLst>
            </p:cNvPr>
            <p:cNvSpPr/>
            <p:nvPr/>
          </p:nvSpPr>
          <p:spPr>
            <a:xfrm>
              <a:off x="3758647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768;p53">
              <a:extLst>
                <a:ext uri="{FF2B5EF4-FFF2-40B4-BE49-F238E27FC236}">
                  <a16:creationId xmlns:a16="http://schemas.microsoft.com/office/drawing/2014/main" id="{137ADDA0-1087-D15B-9DFF-93D006EA987B}"/>
                </a:ext>
              </a:extLst>
            </p:cNvPr>
            <p:cNvSpPr/>
            <p:nvPr/>
          </p:nvSpPr>
          <p:spPr>
            <a:xfrm>
              <a:off x="370412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769;p53">
              <a:extLst>
                <a:ext uri="{FF2B5EF4-FFF2-40B4-BE49-F238E27FC236}">
                  <a16:creationId xmlns:a16="http://schemas.microsoft.com/office/drawing/2014/main" id="{D46024F8-8955-697C-53A2-318D4AD97ACB}"/>
                </a:ext>
              </a:extLst>
            </p:cNvPr>
            <p:cNvSpPr/>
            <p:nvPr/>
          </p:nvSpPr>
          <p:spPr>
            <a:xfrm>
              <a:off x="37041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770;p53">
              <a:extLst>
                <a:ext uri="{FF2B5EF4-FFF2-40B4-BE49-F238E27FC236}">
                  <a16:creationId xmlns:a16="http://schemas.microsoft.com/office/drawing/2014/main" id="{5E045702-C8F9-42DD-B566-81E8EEAA0EAC}"/>
                </a:ext>
              </a:extLst>
            </p:cNvPr>
            <p:cNvSpPr/>
            <p:nvPr/>
          </p:nvSpPr>
          <p:spPr>
            <a:xfrm>
              <a:off x="370412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771;p53">
              <a:extLst>
                <a:ext uri="{FF2B5EF4-FFF2-40B4-BE49-F238E27FC236}">
                  <a16:creationId xmlns:a16="http://schemas.microsoft.com/office/drawing/2014/main" id="{9B2DBDCB-A5E2-B7E1-3F7C-06FFB70EC6BA}"/>
                </a:ext>
              </a:extLst>
            </p:cNvPr>
            <p:cNvSpPr/>
            <p:nvPr/>
          </p:nvSpPr>
          <p:spPr>
            <a:xfrm>
              <a:off x="370412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772;p53">
              <a:extLst>
                <a:ext uri="{FF2B5EF4-FFF2-40B4-BE49-F238E27FC236}">
                  <a16:creationId xmlns:a16="http://schemas.microsoft.com/office/drawing/2014/main" id="{E3AE358D-E9AA-AC6C-415B-4CB9534D5599}"/>
                </a:ext>
              </a:extLst>
            </p:cNvPr>
            <p:cNvSpPr/>
            <p:nvPr/>
          </p:nvSpPr>
          <p:spPr>
            <a:xfrm>
              <a:off x="370412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773;p53">
              <a:extLst>
                <a:ext uri="{FF2B5EF4-FFF2-40B4-BE49-F238E27FC236}">
                  <a16:creationId xmlns:a16="http://schemas.microsoft.com/office/drawing/2014/main" id="{8DDDB7DB-B4F4-7BA5-11F3-E2558D6D1373}"/>
                </a:ext>
              </a:extLst>
            </p:cNvPr>
            <p:cNvSpPr/>
            <p:nvPr/>
          </p:nvSpPr>
          <p:spPr>
            <a:xfrm>
              <a:off x="370412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774;p53">
              <a:extLst>
                <a:ext uri="{FF2B5EF4-FFF2-40B4-BE49-F238E27FC236}">
                  <a16:creationId xmlns:a16="http://schemas.microsoft.com/office/drawing/2014/main" id="{0478C140-D228-683D-EC14-EC444B4BA4CC}"/>
                </a:ext>
              </a:extLst>
            </p:cNvPr>
            <p:cNvSpPr/>
            <p:nvPr/>
          </p:nvSpPr>
          <p:spPr>
            <a:xfrm>
              <a:off x="370412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775;p53">
              <a:extLst>
                <a:ext uri="{FF2B5EF4-FFF2-40B4-BE49-F238E27FC236}">
                  <a16:creationId xmlns:a16="http://schemas.microsoft.com/office/drawing/2014/main" id="{7F80F99C-D013-6925-E563-D7F12DB03CF6}"/>
                </a:ext>
              </a:extLst>
            </p:cNvPr>
            <p:cNvSpPr/>
            <p:nvPr/>
          </p:nvSpPr>
          <p:spPr>
            <a:xfrm>
              <a:off x="3704125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776;p53">
              <a:extLst>
                <a:ext uri="{FF2B5EF4-FFF2-40B4-BE49-F238E27FC236}">
                  <a16:creationId xmlns:a16="http://schemas.microsoft.com/office/drawing/2014/main" id="{F34C51AF-0140-3807-7C51-F6AFC5B06D9B}"/>
                </a:ext>
              </a:extLst>
            </p:cNvPr>
            <p:cNvSpPr/>
            <p:nvPr/>
          </p:nvSpPr>
          <p:spPr>
            <a:xfrm>
              <a:off x="37041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777;p53">
              <a:extLst>
                <a:ext uri="{FF2B5EF4-FFF2-40B4-BE49-F238E27FC236}">
                  <a16:creationId xmlns:a16="http://schemas.microsoft.com/office/drawing/2014/main" id="{5A199CF7-E887-9F63-ED6C-3E5B8B4E7BA5}"/>
                </a:ext>
              </a:extLst>
            </p:cNvPr>
            <p:cNvSpPr/>
            <p:nvPr/>
          </p:nvSpPr>
          <p:spPr>
            <a:xfrm>
              <a:off x="364944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778;p53">
              <a:extLst>
                <a:ext uri="{FF2B5EF4-FFF2-40B4-BE49-F238E27FC236}">
                  <a16:creationId xmlns:a16="http://schemas.microsoft.com/office/drawing/2014/main" id="{7DF688A5-BD35-5DD6-1D8A-BEC998ECEBEE}"/>
                </a:ext>
              </a:extLst>
            </p:cNvPr>
            <p:cNvSpPr/>
            <p:nvPr/>
          </p:nvSpPr>
          <p:spPr>
            <a:xfrm>
              <a:off x="364944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779;p53">
              <a:extLst>
                <a:ext uri="{FF2B5EF4-FFF2-40B4-BE49-F238E27FC236}">
                  <a16:creationId xmlns:a16="http://schemas.microsoft.com/office/drawing/2014/main" id="{34C5BB7D-4CB8-BA7E-F236-97D2A7BA25B3}"/>
                </a:ext>
              </a:extLst>
            </p:cNvPr>
            <p:cNvSpPr/>
            <p:nvPr/>
          </p:nvSpPr>
          <p:spPr>
            <a:xfrm>
              <a:off x="364944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780;p53">
              <a:extLst>
                <a:ext uri="{FF2B5EF4-FFF2-40B4-BE49-F238E27FC236}">
                  <a16:creationId xmlns:a16="http://schemas.microsoft.com/office/drawing/2014/main" id="{92E7BE69-BEC7-7758-1F6F-8F9AB3D694AC}"/>
                </a:ext>
              </a:extLst>
            </p:cNvPr>
            <p:cNvSpPr/>
            <p:nvPr/>
          </p:nvSpPr>
          <p:spPr>
            <a:xfrm>
              <a:off x="364944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781;p53">
              <a:extLst>
                <a:ext uri="{FF2B5EF4-FFF2-40B4-BE49-F238E27FC236}">
                  <a16:creationId xmlns:a16="http://schemas.microsoft.com/office/drawing/2014/main" id="{D8589A6D-B7C3-F767-6F88-46F070D96E8C}"/>
                </a:ext>
              </a:extLst>
            </p:cNvPr>
            <p:cNvSpPr/>
            <p:nvPr/>
          </p:nvSpPr>
          <p:spPr>
            <a:xfrm>
              <a:off x="364944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782;p53">
              <a:extLst>
                <a:ext uri="{FF2B5EF4-FFF2-40B4-BE49-F238E27FC236}">
                  <a16:creationId xmlns:a16="http://schemas.microsoft.com/office/drawing/2014/main" id="{85253FB4-CBDF-2EBC-DDA0-A4E90448FB64}"/>
                </a:ext>
              </a:extLst>
            </p:cNvPr>
            <p:cNvSpPr/>
            <p:nvPr/>
          </p:nvSpPr>
          <p:spPr>
            <a:xfrm>
              <a:off x="3649441" y="2053036"/>
              <a:ext cx="44604" cy="38202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783;p53">
              <a:extLst>
                <a:ext uri="{FF2B5EF4-FFF2-40B4-BE49-F238E27FC236}">
                  <a16:creationId xmlns:a16="http://schemas.microsoft.com/office/drawing/2014/main" id="{4746F40E-48EB-D4E4-6BFE-245494A6DEF9}"/>
                </a:ext>
              </a:extLst>
            </p:cNvPr>
            <p:cNvSpPr/>
            <p:nvPr/>
          </p:nvSpPr>
          <p:spPr>
            <a:xfrm>
              <a:off x="364944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784;p53">
              <a:extLst>
                <a:ext uri="{FF2B5EF4-FFF2-40B4-BE49-F238E27FC236}">
                  <a16:creationId xmlns:a16="http://schemas.microsoft.com/office/drawing/2014/main" id="{B28BB484-3901-C8E9-7667-13FD9E3B4E47}"/>
                </a:ext>
              </a:extLst>
            </p:cNvPr>
            <p:cNvSpPr/>
            <p:nvPr/>
          </p:nvSpPr>
          <p:spPr>
            <a:xfrm>
              <a:off x="364944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785;p53">
              <a:extLst>
                <a:ext uri="{FF2B5EF4-FFF2-40B4-BE49-F238E27FC236}">
                  <a16:creationId xmlns:a16="http://schemas.microsoft.com/office/drawing/2014/main" id="{031D46D2-1E9E-F167-0539-272EAF7B1DDE}"/>
                </a:ext>
              </a:extLst>
            </p:cNvPr>
            <p:cNvSpPr/>
            <p:nvPr/>
          </p:nvSpPr>
          <p:spPr>
            <a:xfrm>
              <a:off x="364944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786;p53">
              <a:extLst>
                <a:ext uri="{FF2B5EF4-FFF2-40B4-BE49-F238E27FC236}">
                  <a16:creationId xmlns:a16="http://schemas.microsoft.com/office/drawing/2014/main" id="{E7F59048-BBC9-AEBA-AE82-E7686F6C5242}"/>
                </a:ext>
              </a:extLst>
            </p:cNvPr>
            <p:cNvSpPr/>
            <p:nvPr/>
          </p:nvSpPr>
          <p:spPr>
            <a:xfrm>
              <a:off x="364944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787;p53">
              <a:extLst>
                <a:ext uri="{FF2B5EF4-FFF2-40B4-BE49-F238E27FC236}">
                  <a16:creationId xmlns:a16="http://schemas.microsoft.com/office/drawing/2014/main" id="{0545B107-7642-3173-EF36-B0F4CAE83B68}"/>
                </a:ext>
              </a:extLst>
            </p:cNvPr>
            <p:cNvSpPr/>
            <p:nvPr/>
          </p:nvSpPr>
          <p:spPr>
            <a:xfrm>
              <a:off x="359477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788;p53">
              <a:extLst>
                <a:ext uri="{FF2B5EF4-FFF2-40B4-BE49-F238E27FC236}">
                  <a16:creationId xmlns:a16="http://schemas.microsoft.com/office/drawing/2014/main" id="{A3485009-3135-1383-B436-32F113BA8EA0}"/>
                </a:ext>
              </a:extLst>
            </p:cNvPr>
            <p:cNvSpPr/>
            <p:nvPr/>
          </p:nvSpPr>
          <p:spPr>
            <a:xfrm>
              <a:off x="359477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789;p53">
              <a:extLst>
                <a:ext uri="{FF2B5EF4-FFF2-40B4-BE49-F238E27FC236}">
                  <a16:creationId xmlns:a16="http://schemas.microsoft.com/office/drawing/2014/main" id="{39B2F1B8-2334-C9D9-0356-3E9A1969A2A6}"/>
                </a:ext>
              </a:extLst>
            </p:cNvPr>
            <p:cNvSpPr/>
            <p:nvPr/>
          </p:nvSpPr>
          <p:spPr>
            <a:xfrm>
              <a:off x="359477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790;p53">
              <a:extLst>
                <a:ext uri="{FF2B5EF4-FFF2-40B4-BE49-F238E27FC236}">
                  <a16:creationId xmlns:a16="http://schemas.microsoft.com/office/drawing/2014/main" id="{DCE2023F-CA3A-46A9-4572-8D8404F7FA5F}"/>
                </a:ext>
              </a:extLst>
            </p:cNvPr>
            <p:cNvSpPr/>
            <p:nvPr/>
          </p:nvSpPr>
          <p:spPr>
            <a:xfrm>
              <a:off x="359477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791;p53">
              <a:extLst>
                <a:ext uri="{FF2B5EF4-FFF2-40B4-BE49-F238E27FC236}">
                  <a16:creationId xmlns:a16="http://schemas.microsoft.com/office/drawing/2014/main" id="{D7D83D6E-5DC9-DAD4-8368-9956F1DFFFF7}"/>
                </a:ext>
              </a:extLst>
            </p:cNvPr>
            <p:cNvSpPr/>
            <p:nvPr/>
          </p:nvSpPr>
          <p:spPr>
            <a:xfrm>
              <a:off x="3594775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792;p53">
              <a:extLst>
                <a:ext uri="{FF2B5EF4-FFF2-40B4-BE49-F238E27FC236}">
                  <a16:creationId xmlns:a16="http://schemas.microsoft.com/office/drawing/2014/main" id="{CC37B9F6-8413-4129-51E1-0C7513EABE44}"/>
                </a:ext>
              </a:extLst>
            </p:cNvPr>
            <p:cNvSpPr/>
            <p:nvPr/>
          </p:nvSpPr>
          <p:spPr>
            <a:xfrm>
              <a:off x="359477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793;p53">
              <a:extLst>
                <a:ext uri="{FF2B5EF4-FFF2-40B4-BE49-F238E27FC236}">
                  <a16:creationId xmlns:a16="http://schemas.microsoft.com/office/drawing/2014/main" id="{97E84B44-8190-112B-1AA2-C993EC738890}"/>
                </a:ext>
              </a:extLst>
            </p:cNvPr>
            <p:cNvSpPr/>
            <p:nvPr/>
          </p:nvSpPr>
          <p:spPr>
            <a:xfrm>
              <a:off x="359477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794;p53">
              <a:extLst>
                <a:ext uri="{FF2B5EF4-FFF2-40B4-BE49-F238E27FC236}">
                  <a16:creationId xmlns:a16="http://schemas.microsoft.com/office/drawing/2014/main" id="{90A82D50-891E-B64A-314F-627F35596AB1}"/>
                </a:ext>
              </a:extLst>
            </p:cNvPr>
            <p:cNvSpPr/>
            <p:nvPr/>
          </p:nvSpPr>
          <p:spPr>
            <a:xfrm>
              <a:off x="359477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795;p53">
              <a:extLst>
                <a:ext uri="{FF2B5EF4-FFF2-40B4-BE49-F238E27FC236}">
                  <a16:creationId xmlns:a16="http://schemas.microsoft.com/office/drawing/2014/main" id="{205E1034-98B7-F329-6C1E-3CF7B65D59B9}"/>
                </a:ext>
              </a:extLst>
            </p:cNvPr>
            <p:cNvSpPr/>
            <p:nvPr/>
          </p:nvSpPr>
          <p:spPr>
            <a:xfrm>
              <a:off x="359477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796;p53">
              <a:extLst>
                <a:ext uri="{FF2B5EF4-FFF2-40B4-BE49-F238E27FC236}">
                  <a16:creationId xmlns:a16="http://schemas.microsoft.com/office/drawing/2014/main" id="{6AD01CD0-FA57-9858-FE26-E1445A1863AD}"/>
                </a:ext>
              </a:extLst>
            </p:cNvPr>
            <p:cNvSpPr/>
            <p:nvPr/>
          </p:nvSpPr>
          <p:spPr>
            <a:xfrm>
              <a:off x="359477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797;p53">
              <a:extLst>
                <a:ext uri="{FF2B5EF4-FFF2-40B4-BE49-F238E27FC236}">
                  <a16:creationId xmlns:a16="http://schemas.microsoft.com/office/drawing/2014/main" id="{79DB83EA-1687-4761-27EE-EB4A53870DF4}"/>
                </a:ext>
              </a:extLst>
            </p:cNvPr>
            <p:cNvSpPr/>
            <p:nvPr/>
          </p:nvSpPr>
          <p:spPr>
            <a:xfrm>
              <a:off x="359477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798;p53">
              <a:extLst>
                <a:ext uri="{FF2B5EF4-FFF2-40B4-BE49-F238E27FC236}">
                  <a16:creationId xmlns:a16="http://schemas.microsoft.com/office/drawing/2014/main" id="{FD5F537E-6935-4A59-95FC-85C407B3FCD6}"/>
                </a:ext>
              </a:extLst>
            </p:cNvPr>
            <p:cNvSpPr/>
            <p:nvPr/>
          </p:nvSpPr>
          <p:spPr>
            <a:xfrm>
              <a:off x="354009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799;p53">
              <a:extLst>
                <a:ext uri="{FF2B5EF4-FFF2-40B4-BE49-F238E27FC236}">
                  <a16:creationId xmlns:a16="http://schemas.microsoft.com/office/drawing/2014/main" id="{FCB61377-F63D-4C2A-6C12-13710CDDEFED}"/>
                </a:ext>
              </a:extLst>
            </p:cNvPr>
            <p:cNvSpPr/>
            <p:nvPr/>
          </p:nvSpPr>
          <p:spPr>
            <a:xfrm>
              <a:off x="354009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800;p53">
              <a:extLst>
                <a:ext uri="{FF2B5EF4-FFF2-40B4-BE49-F238E27FC236}">
                  <a16:creationId xmlns:a16="http://schemas.microsoft.com/office/drawing/2014/main" id="{617B7C93-E39E-BB18-CBE4-844EBCA2550B}"/>
                </a:ext>
              </a:extLst>
            </p:cNvPr>
            <p:cNvSpPr/>
            <p:nvPr/>
          </p:nvSpPr>
          <p:spPr>
            <a:xfrm>
              <a:off x="3540091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801;p53">
              <a:extLst>
                <a:ext uri="{FF2B5EF4-FFF2-40B4-BE49-F238E27FC236}">
                  <a16:creationId xmlns:a16="http://schemas.microsoft.com/office/drawing/2014/main" id="{54EF882F-5D4E-1EAA-0F93-3BCE9C4B9E0B}"/>
                </a:ext>
              </a:extLst>
            </p:cNvPr>
            <p:cNvSpPr/>
            <p:nvPr/>
          </p:nvSpPr>
          <p:spPr>
            <a:xfrm>
              <a:off x="354009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802;p53">
              <a:extLst>
                <a:ext uri="{FF2B5EF4-FFF2-40B4-BE49-F238E27FC236}">
                  <a16:creationId xmlns:a16="http://schemas.microsoft.com/office/drawing/2014/main" id="{6E145678-A955-285D-1259-B2F88EF39FDA}"/>
                </a:ext>
              </a:extLst>
            </p:cNvPr>
            <p:cNvSpPr/>
            <p:nvPr/>
          </p:nvSpPr>
          <p:spPr>
            <a:xfrm>
              <a:off x="354009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803;p53">
              <a:extLst>
                <a:ext uri="{FF2B5EF4-FFF2-40B4-BE49-F238E27FC236}">
                  <a16:creationId xmlns:a16="http://schemas.microsoft.com/office/drawing/2014/main" id="{037BD474-8607-FC16-733F-42F5AEE2273F}"/>
                </a:ext>
              </a:extLst>
            </p:cNvPr>
            <p:cNvSpPr/>
            <p:nvPr/>
          </p:nvSpPr>
          <p:spPr>
            <a:xfrm>
              <a:off x="354009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804;p53">
              <a:extLst>
                <a:ext uri="{FF2B5EF4-FFF2-40B4-BE49-F238E27FC236}">
                  <a16:creationId xmlns:a16="http://schemas.microsoft.com/office/drawing/2014/main" id="{0F34F9EF-096E-14B1-283E-7754C04B4740}"/>
                </a:ext>
              </a:extLst>
            </p:cNvPr>
            <p:cNvSpPr/>
            <p:nvPr/>
          </p:nvSpPr>
          <p:spPr>
            <a:xfrm>
              <a:off x="3540091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805;p53">
              <a:extLst>
                <a:ext uri="{FF2B5EF4-FFF2-40B4-BE49-F238E27FC236}">
                  <a16:creationId xmlns:a16="http://schemas.microsoft.com/office/drawing/2014/main" id="{3D2D3E01-6F3C-C506-E4A8-B6CBFC0A2C33}"/>
                </a:ext>
              </a:extLst>
            </p:cNvPr>
            <p:cNvSpPr/>
            <p:nvPr/>
          </p:nvSpPr>
          <p:spPr>
            <a:xfrm>
              <a:off x="354009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806;p53">
              <a:extLst>
                <a:ext uri="{FF2B5EF4-FFF2-40B4-BE49-F238E27FC236}">
                  <a16:creationId xmlns:a16="http://schemas.microsoft.com/office/drawing/2014/main" id="{882E4B32-C699-8CEB-0014-C55068605D08}"/>
                </a:ext>
              </a:extLst>
            </p:cNvPr>
            <p:cNvSpPr/>
            <p:nvPr/>
          </p:nvSpPr>
          <p:spPr>
            <a:xfrm>
              <a:off x="3540091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807;p53">
              <a:extLst>
                <a:ext uri="{FF2B5EF4-FFF2-40B4-BE49-F238E27FC236}">
                  <a16:creationId xmlns:a16="http://schemas.microsoft.com/office/drawing/2014/main" id="{A208726B-B0B0-5A9B-4E48-1A6ED07DA2F1}"/>
                </a:ext>
              </a:extLst>
            </p:cNvPr>
            <p:cNvSpPr/>
            <p:nvPr/>
          </p:nvSpPr>
          <p:spPr>
            <a:xfrm>
              <a:off x="348542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808;p53">
              <a:extLst>
                <a:ext uri="{FF2B5EF4-FFF2-40B4-BE49-F238E27FC236}">
                  <a16:creationId xmlns:a16="http://schemas.microsoft.com/office/drawing/2014/main" id="{EA74202E-B0AA-D11B-39F1-EDDD597AC8FA}"/>
                </a:ext>
              </a:extLst>
            </p:cNvPr>
            <p:cNvSpPr/>
            <p:nvPr/>
          </p:nvSpPr>
          <p:spPr>
            <a:xfrm>
              <a:off x="348542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809;p53">
              <a:extLst>
                <a:ext uri="{FF2B5EF4-FFF2-40B4-BE49-F238E27FC236}">
                  <a16:creationId xmlns:a16="http://schemas.microsoft.com/office/drawing/2014/main" id="{1BFF9C71-5711-3616-A5DD-9846813B1738}"/>
                </a:ext>
              </a:extLst>
            </p:cNvPr>
            <p:cNvSpPr/>
            <p:nvPr/>
          </p:nvSpPr>
          <p:spPr>
            <a:xfrm>
              <a:off x="3485425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810;p53">
              <a:extLst>
                <a:ext uri="{FF2B5EF4-FFF2-40B4-BE49-F238E27FC236}">
                  <a16:creationId xmlns:a16="http://schemas.microsoft.com/office/drawing/2014/main" id="{2A740B9A-93A4-BB9C-3E2E-8547B739E8F4}"/>
                </a:ext>
              </a:extLst>
            </p:cNvPr>
            <p:cNvSpPr/>
            <p:nvPr/>
          </p:nvSpPr>
          <p:spPr>
            <a:xfrm>
              <a:off x="348542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811;p53">
              <a:extLst>
                <a:ext uri="{FF2B5EF4-FFF2-40B4-BE49-F238E27FC236}">
                  <a16:creationId xmlns:a16="http://schemas.microsoft.com/office/drawing/2014/main" id="{99A1D8C6-C33F-A913-28FD-B672CF8F3142}"/>
                </a:ext>
              </a:extLst>
            </p:cNvPr>
            <p:cNvSpPr/>
            <p:nvPr/>
          </p:nvSpPr>
          <p:spPr>
            <a:xfrm>
              <a:off x="3485425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812;p53">
              <a:extLst>
                <a:ext uri="{FF2B5EF4-FFF2-40B4-BE49-F238E27FC236}">
                  <a16:creationId xmlns:a16="http://schemas.microsoft.com/office/drawing/2014/main" id="{785D6B96-C54B-EED1-15DD-C6022CE03B0A}"/>
                </a:ext>
              </a:extLst>
            </p:cNvPr>
            <p:cNvSpPr/>
            <p:nvPr/>
          </p:nvSpPr>
          <p:spPr>
            <a:xfrm>
              <a:off x="34307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813;p53">
              <a:extLst>
                <a:ext uri="{FF2B5EF4-FFF2-40B4-BE49-F238E27FC236}">
                  <a16:creationId xmlns:a16="http://schemas.microsoft.com/office/drawing/2014/main" id="{7A31426C-4B9D-329D-97A1-832B85DBF30F}"/>
                </a:ext>
              </a:extLst>
            </p:cNvPr>
            <p:cNvSpPr/>
            <p:nvPr/>
          </p:nvSpPr>
          <p:spPr>
            <a:xfrm>
              <a:off x="34307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814;p53">
              <a:extLst>
                <a:ext uri="{FF2B5EF4-FFF2-40B4-BE49-F238E27FC236}">
                  <a16:creationId xmlns:a16="http://schemas.microsoft.com/office/drawing/2014/main" id="{CD108974-9C0F-1664-47D9-CDFC716F0E31}"/>
                </a:ext>
              </a:extLst>
            </p:cNvPr>
            <p:cNvSpPr/>
            <p:nvPr/>
          </p:nvSpPr>
          <p:spPr>
            <a:xfrm>
              <a:off x="34307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815;p53">
              <a:extLst>
                <a:ext uri="{FF2B5EF4-FFF2-40B4-BE49-F238E27FC236}">
                  <a16:creationId xmlns:a16="http://schemas.microsoft.com/office/drawing/2014/main" id="{A43B9B66-C740-7553-6A96-1322C6EF8C55}"/>
                </a:ext>
              </a:extLst>
            </p:cNvPr>
            <p:cNvSpPr/>
            <p:nvPr/>
          </p:nvSpPr>
          <p:spPr>
            <a:xfrm>
              <a:off x="34307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816;p53">
              <a:extLst>
                <a:ext uri="{FF2B5EF4-FFF2-40B4-BE49-F238E27FC236}">
                  <a16:creationId xmlns:a16="http://schemas.microsoft.com/office/drawing/2014/main" id="{94CA1129-BF83-0B08-02CF-E618FD0647D9}"/>
                </a:ext>
              </a:extLst>
            </p:cNvPr>
            <p:cNvSpPr/>
            <p:nvPr/>
          </p:nvSpPr>
          <p:spPr>
            <a:xfrm>
              <a:off x="34307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817;p53">
              <a:extLst>
                <a:ext uri="{FF2B5EF4-FFF2-40B4-BE49-F238E27FC236}">
                  <a16:creationId xmlns:a16="http://schemas.microsoft.com/office/drawing/2014/main" id="{7BFC3C9B-CE09-2B84-DF12-40B0FA0D6F16}"/>
                </a:ext>
              </a:extLst>
            </p:cNvPr>
            <p:cNvSpPr/>
            <p:nvPr/>
          </p:nvSpPr>
          <p:spPr>
            <a:xfrm>
              <a:off x="3376076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818;p53">
              <a:extLst>
                <a:ext uri="{FF2B5EF4-FFF2-40B4-BE49-F238E27FC236}">
                  <a16:creationId xmlns:a16="http://schemas.microsoft.com/office/drawing/2014/main" id="{1A5D0BA0-5139-1149-4499-29773C6BA2BE}"/>
                </a:ext>
              </a:extLst>
            </p:cNvPr>
            <p:cNvSpPr/>
            <p:nvPr/>
          </p:nvSpPr>
          <p:spPr>
            <a:xfrm>
              <a:off x="3376076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819;p53">
              <a:extLst>
                <a:ext uri="{FF2B5EF4-FFF2-40B4-BE49-F238E27FC236}">
                  <a16:creationId xmlns:a16="http://schemas.microsoft.com/office/drawing/2014/main" id="{142DEA69-B6C0-A9D0-CE53-41C1F53284C0}"/>
                </a:ext>
              </a:extLst>
            </p:cNvPr>
            <p:cNvSpPr/>
            <p:nvPr/>
          </p:nvSpPr>
          <p:spPr>
            <a:xfrm>
              <a:off x="337607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820;p53">
              <a:extLst>
                <a:ext uri="{FF2B5EF4-FFF2-40B4-BE49-F238E27FC236}">
                  <a16:creationId xmlns:a16="http://schemas.microsoft.com/office/drawing/2014/main" id="{7CB5BCDA-BF8E-AB0E-263C-CE1EB34D5616}"/>
                </a:ext>
              </a:extLst>
            </p:cNvPr>
            <p:cNvSpPr/>
            <p:nvPr/>
          </p:nvSpPr>
          <p:spPr>
            <a:xfrm>
              <a:off x="3376076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821;p53">
              <a:extLst>
                <a:ext uri="{FF2B5EF4-FFF2-40B4-BE49-F238E27FC236}">
                  <a16:creationId xmlns:a16="http://schemas.microsoft.com/office/drawing/2014/main" id="{88668377-1590-F16A-699F-42D03E93A7F0}"/>
                </a:ext>
              </a:extLst>
            </p:cNvPr>
            <p:cNvSpPr/>
            <p:nvPr/>
          </p:nvSpPr>
          <p:spPr>
            <a:xfrm>
              <a:off x="3376076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822;p53">
              <a:extLst>
                <a:ext uri="{FF2B5EF4-FFF2-40B4-BE49-F238E27FC236}">
                  <a16:creationId xmlns:a16="http://schemas.microsoft.com/office/drawing/2014/main" id="{FB0EAEE4-CCFB-BD05-120D-E767A62D0A83}"/>
                </a:ext>
              </a:extLst>
            </p:cNvPr>
            <p:cNvSpPr/>
            <p:nvPr/>
          </p:nvSpPr>
          <p:spPr>
            <a:xfrm>
              <a:off x="3376076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823;p53">
              <a:extLst>
                <a:ext uri="{FF2B5EF4-FFF2-40B4-BE49-F238E27FC236}">
                  <a16:creationId xmlns:a16="http://schemas.microsoft.com/office/drawing/2014/main" id="{DBCF7F1B-591F-95A2-6AB6-192302DB9842}"/>
                </a:ext>
              </a:extLst>
            </p:cNvPr>
            <p:cNvSpPr/>
            <p:nvPr/>
          </p:nvSpPr>
          <p:spPr>
            <a:xfrm>
              <a:off x="337607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824;p53">
              <a:extLst>
                <a:ext uri="{FF2B5EF4-FFF2-40B4-BE49-F238E27FC236}">
                  <a16:creationId xmlns:a16="http://schemas.microsoft.com/office/drawing/2014/main" id="{AE1E098D-29B1-D8C3-3D85-14984CDD500C}"/>
                </a:ext>
              </a:extLst>
            </p:cNvPr>
            <p:cNvSpPr/>
            <p:nvPr/>
          </p:nvSpPr>
          <p:spPr>
            <a:xfrm>
              <a:off x="332139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825;p53">
              <a:extLst>
                <a:ext uri="{FF2B5EF4-FFF2-40B4-BE49-F238E27FC236}">
                  <a16:creationId xmlns:a16="http://schemas.microsoft.com/office/drawing/2014/main" id="{7CB48083-2A98-EB3D-3830-C5EB36E30DBF}"/>
                </a:ext>
              </a:extLst>
            </p:cNvPr>
            <p:cNvSpPr/>
            <p:nvPr/>
          </p:nvSpPr>
          <p:spPr>
            <a:xfrm>
              <a:off x="3321392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826;p53">
              <a:extLst>
                <a:ext uri="{FF2B5EF4-FFF2-40B4-BE49-F238E27FC236}">
                  <a16:creationId xmlns:a16="http://schemas.microsoft.com/office/drawing/2014/main" id="{5A23310D-8D90-D7C9-C481-988B5AB50446}"/>
                </a:ext>
              </a:extLst>
            </p:cNvPr>
            <p:cNvSpPr/>
            <p:nvPr/>
          </p:nvSpPr>
          <p:spPr>
            <a:xfrm>
              <a:off x="332139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827;p53">
              <a:extLst>
                <a:ext uri="{FF2B5EF4-FFF2-40B4-BE49-F238E27FC236}">
                  <a16:creationId xmlns:a16="http://schemas.microsoft.com/office/drawing/2014/main" id="{032AE991-53B9-5BC3-FCBA-75C2B78A776D}"/>
                </a:ext>
              </a:extLst>
            </p:cNvPr>
            <p:cNvSpPr/>
            <p:nvPr/>
          </p:nvSpPr>
          <p:spPr>
            <a:xfrm>
              <a:off x="332139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828;p53">
              <a:extLst>
                <a:ext uri="{FF2B5EF4-FFF2-40B4-BE49-F238E27FC236}">
                  <a16:creationId xmlns:a16="http://schemas.microsoft.com/office/drawing/2014/main" id="{859EF2BB-FFED-A013-D0A4-923895E4FA9E}"/>
                </a:ext>
              </a:extLst>
            </p:cNvPr>
            <p:cNvSpPr/>
            <p:nvPr/>
          </p:nvSpPr>
          <p:spPr>
            <a:xfrm>
              <a:off x="332139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829;p53">
              <a:extLst>
                <a:ext uri="{FF2B5EF4-FFF2-40B4-BE49-F238E27FC236}">
                  <a16:creationId xmlns:a16="http://schemas.microsoft.com/office/drawing/2014/main" id="{8580F33B-E2BA-48F2-7C44-3F34BD4B7B67}"/>
                </a:ext>
              </a:extLst>
            </p:cNvPr>
            <p:cNvSpPr/>
            <p:nvPr/>
          </p:nvSpPr>
          <p:spPr>
            <a:xfrm>
              <a:off x="332139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830;p53">
              <a:extLst>
                <a:ext uri="{FF2B5EF4-FFF2-40B4-BE49-F238E27FC236}">
                  <a16:creationId xmlns:a16="http://schemas.microsoft.com/office/drawing/2014/main" id="{D64F2706-5C13-5BC9-E786-8E52A9A2192D}"/>
                </a:ext>
              </a:extLst>
            </p:cNvPr>
            <p:cNvSpPr/>
            <p:nvPr/>
          </p:nvSpPr>
          <p:spPr>
            <a:xfrm>
              <a:off x="332139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831;p53">
              <a:extLst>
                <a:ext uri="{FF2B5EF4-FFF2-40B4-BE49-F238E27FC236}">
                  <a16:creationId xmlns:a16="http://schemas.microsoft.com/office/drawing/2014/main" id="{7241A26A-5275-D570-D360-D92236BB1CEB}"/>
                </a:ext>
              </a:extLst>
            </p:cNvPr>
            <p:cNvSpPr/>
            <p:nvPr/>
          </p:nvSpPr>
          <p:spPr>
            <a:xfrm>
              <a:off x="3266870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832;p53">
              <a:extLst>
                <a:ext uri="{FF2B5EF4-FFF2-40B4-BE49-F238E27FC236}">
                  <a16:creationId xmlns:a16="http://schemas.microsoft.com/office/drawing/2014/main" id="{196B502F-3B54-531C-0D85-9C599B02DCA6}"/>
                </a:ext>
              </a:extLst>
            </p:cNvPr>
            <p:cNvSpPr/>
            <p:nvPr/>
          </p:nvSpPr>
          <p:spPr>
            <a:xfrm>
              <a:off x="3266870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833;p53">
              <a:extLst>
                <a:ext uri="{FF2B5EF4-FFF2-40B4-BE49-F238E27FC236}">
                  <a16:creationId xmlns:a16="http://schemas.microsoft.com/office/drawing/2014/main" id="{74698259-8AAA-E553-EC38-9417DC31D411}"/>
                </a:ext>
              </a:extLst>
            </p:cNvPr>
            <p:cNvSpPr/>
            <p:nvPr/>
          </p:nvSpPr>
          <p:spPr>
            <a:xfrm>
              <a:off x="3266870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834;p53">
              <a:extLst>
                <a:ext uri="{FF2B5EF4-FFF2-40B4-BE49-F238E27FC236}">
                  <a16:creationId xmlns:a16="http://schemas.microsoft.com/office/drawing/2014/main" id="{E11B3AE8-C3BC-6AF3-1765-2D33FFCEE85C}"/>
                </a:ext>
              </a:extLst>
            </p:cNvPr>
            <p:cNvSpPr/>
            <p:nvPr/>
          </p:nvSpPr>
          <p:spPr>
            <a:xfrm>
              <a:off x="3266870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835;p53">
              <a:extLst>
                <a:ext uri="{FF2B5EF4-FFF2-40B4-BE49-F238E27FC236}">
                  <a16:creationId xmlns:a16="http://schemas.microsoft.com/office/drawing/2014/main" id="{16B02C95-CCE7-9CD5-AACF-2692B29D20FF}"/>
                </a:ext>
              </a:extLst>
            </p:cNvPr>
            <p:cNvSpPr/>
            <p:nvPr/>
          </p:nvSpPr>
          <p:spPr>
            <a:xfrm>
              <a:off x="3212186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836;p53">
              <a:extLst>
                <a:ext uri="{FF2B5EF4-FFF2-40B4-BE49-F238E27FC236}">
                  <a16:creationId xmlns:a16="http://schemas.microsoft.com/office/drawing/2014/main" id="{B9AF077B-910E-4745-7251-A7DEC882BD9C}"/>
                </a:ext>
              </a:extLst>
            </p:cNvPr>
            <p:cNvSpPr/>
            <p:nvPr/>
          </p:nvSpPr>
          <p:spPr>
            <a:xfrm>
              <a:off x="310283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837;p53">
              <a:extLst>
                <a:ext uri="{FF2B5EF4-FFF2-40B4-BE49-F238E27FC236}">
                  <a16:creationId xmlns:a16="http://schemas.microsoft.com/office/drawing/2014/main" id="{C1CDDE8F-DF80-694B-3491-A7F2E3BEECC2}"/>
                </a:ext>
              </a:extLst>
            </p:cNvPr>
            <p:cNvSpPr/>
            <p:nvPr/>
          </p:nvSpPr>
          <p:spPr>
            <a:xfrm>
              <a:off x="3048314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838;p53">
              <a:extLst>
                <a:ext uri="{FF2B5EF4-FFF2-40B4-BE49-F238E27FC236}">
                  <a16:creationId xmlns:a16="http://schemas.microsoft.com/office/drawing/2014/main" id="{90590EF1-99CF-9B9F-77CE-4E72F787EC28}"/>
                </a:ext>
              </a:extLst>
            </p:cNvPr>
            <p:cNvSpPr/>
            <p:nvPr/>
          </p:nvSpPr>
          <p:spPr>
            <a:xfrm>
              <a:off x="3048314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839;p53">
              <a:extLst>
                <a:ext uri="{FF2B5EF4-FFF2-40B4-BE49-F238E27FC236}">
                  <a16:creationId xmlns:a16="http://schemas.microsoft.com/office/drawing/2014/main" id="{68611990-BD7C-84A5-C670-36F4DC78468B}"/>
                </a:ext>
              </a:extLst>
            </p:cNvPr>
            <p:cNvSpPr/>
            <p:nvPr/>
          </p:nvSpPr>
          <p:spPr>
            <a:xfrm>
              <a:off x="2993630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840;p53">
              <a:extLst>
                <a:ext uri="{FF2B5EF4-FFF2-40B4-BE49-F238E27FC236}">
                  <a16:creationId xmlns:a16="http://schemas.microsoft.com/office/drawing/2014/main" id="{6B7E17C5-E0DA-DAF0-149A-D53394865215}"/>
                </a:ext>
              </a:extLst>
            </p:cNvPr>
            <p:cNvSpPr/>
            <p:nvPr/>
          </p:nvSpPr>
          <p:spPr>
            <a:xfrm>
              <a:off x="2993630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841;p53">
              <a:extLst>
                <a:ext uri="{FF2B5EF4-FFF2-40B4-BE49-F238E27FC236}">
                  <a16:creationId xmlns:a16="http://schemas.microsoft.com/office/drawing/2014/main" id="{9044B6F2-886A-90D9-BC66-6F949185ED2A}"/>
                </a:ext>
              </a:extLst>
            </p:cNvPr>
            <p:cNvSpPr/>
            <p:nvPr/>
          </p:nvSpPr>
          <p:spPr>
            <a:xfrm>
              <a:off x="299363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842;p53">
              <a:extLst>
                <a:ext uri="{FF2B5EF4-FFF2-40B4-BE49-F238E27FC236}">
                  <a16:creationId xmlns:a16="http://schemas.microsoft.com/office/drawing/2014/main" id="{158FE5B0-3056-D760-1652-DBEE3BBD56A5}"/>
                </a:ext>
              </a:extLst>
            </p:cNvPr>
            <p:cNvSpPr/>
            <p:nvPr/>
          </p:nvSpPr>
          <p:spPr>
            <a:xfrm>
              <a:off x="299363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843;p53">
              <a:extLst>
                <a:ext uri="{FF2B5EF4-FFF2-40B4-BE49-F238E27FC236}">
                  <a16:creationId xmlns:a16="http://schemas.microsoft.com/office/drawing/2014/main" id="{4658CECE-664C-9630-C3C8-57A1A41713A1}"/>
                </a:ext>
              </a:extLst>
            </p:cNvPr>
            <p:cNvSpPr/>
            <p:nvPr/>
          </p:nvSpPr>
          <p:spPr>
            <a:xfrm>
              <a:off x="299363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844;p53">
              <a:extLst>
                <a:ext uri="{FF2B5EF4-FFF2-40B4-BE49-F238E27FC236}">
                  <a16:creationId xmlns:a16="http://schemas.microsoft.com/office/drawing/2014/main" id="{F8FD81D6-FE56-5325-7D3F-F5E63DEE1B2A}"/>
                </a:ext>
              </a:extLst>
            </p:cNvPr>
            <p:cNvSpPr/>
            <p:nvPr/>
          </p:nvSpPr>
          <p:spPr>
            <a:xfrm>
              <a:off x="299363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845;p53">
              <a:extLst>
                <a:ext uri="{FF2B5EF4-FFF2-40B4-BE49-F238E27FC236}">
                  <a16:creationId xmlns:a16="http://schemas.microsoft.com/office/drawing/2014/main" id="{CE6D69D5-9514-22A6-B649-6AE6022D6288}"/>
                </a:ext>
              </a:extLst>
            </p:cNvPr>
            <p:cNvSpPr/>
            <p:nvPr/>
          </p:nvSpPr>
          <p:spPr>
            <a:xfrm>
              <a:off x="293896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846;p53">
              <a:extLst>
                <a:ext uri="{FF2B5EF4-FFF2-40B4-BE49-F238E27FC236}">
                  <a16:creationId xmlns:a16="http://schemas.microsoft.com/office/drawing/2014/main" id="{C33B9F0C-5DBC-5943-433F-3B412F68E244}"/>
                </a:ext>
              </a:extLst>
            </p:cNvPr>
            <p:cNvSpPr/>
            <p:nvPr/>
          </p:nvSpPr>
          <p:spPr>
            <a:xfrm>
              <a:off x="293896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847;p53">
              <a:extLst>
                <a:ext uri="{FF2B5EF4-FFF2-40B4-BE49-F238E27FC236}">
                  <a16:creationId xmlns:a16="http://schemas.microsoft.com/office/drawing/2014/main" id="{FBE4BFFB-AE96-9487-14B1-5D209B657A58}"/>
                </a:ext>
              </a:extLst>
            </p:cNvPr>
            <p:cNvSpPr/>
            <p:nvPr/>
          </p:nvSpPr>
          <p:spPr>
            <a:xfrm>
              <a:off x="293896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848;p53">
              <a:extLst>
                <a:ext uri="{FF2B5EF4-FFF2-40B4-BE49-F238E27FC236}">
                  <a16:creationId xmlns:a16="http://schemas.microsoft.com/office/drawing/2014/main" id="{71B281C8-6E3E-7FDA-B19F-1D6AA3A3EBBA}"/>
                </a:ext>
              </a:extLst>
            </p:cNvPr>
            <p:cNvSpPr/>
            <p:nvPr/>
          </p:nvSpPr>
          <p:spPr>
            <a:xfrm>
              <a:off x="293896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849;p53">
              <a:extLst>
                <a:ext uri="{FF2B5EF4-FFF2-40B4-BE49-F238E27FC236}">
                  <a16:creationId xmlns:a16="http://schemas.microsoft.com/office/drawing/2014/main" id="{0DFAEC59-E423-BC7E-E8F7-3EF6CD290625}"/>
                </a:ext>
              </a:extLst>
            </p:cNvPr>
            <p:cNvSpPr/>
            <p:nvPr/>
          </p:nvSpPr>
          <p:spPr>
            <a:xfrm>
              <a:off x="293896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850;p53">
              <a:extLst>
                <a:ext uri="{FF2B5EF4-FFF2-40B4-BE49-F238E27FC236}">
                  <a16:creationId xmlns:a16="http://schemas.microsoft.com/office/drawing/2014/main" id="{3E61472F-DA10-F3F6-741D-64A9334166F8}"/>
                </a:ext>
              </a:extLst>
            </p:cNvPr>
            <p:cNvSpPr/>
            <p:nvPr/>
          </p:nvSpPr>
          <p:spPr>
            <a:xfrm>
              <a:off x="293896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851;p53">
              <a:extLst>
                <a:ext uri="{FF2B5EF4-FFF2-40B4-BE49-F238E27FC236}">
                  <a16:creationId xmlns:a16="http://schemas.microsoft.com/office/drawing/2014/main" id="{0378F4D7-A75F-BC9D-CFAC-222EB2D0D57F}"/>
                </a:ext>
              </a:extLst>
            </p:cNvPr>
            <p:cNvSpPr/>
            <p:nvPr/>
          </p:nvSpPr>
          <p:spPr>
            <a:xfrm>
              <a:off x="293896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852;p53">
              <a:extLst>
                <a:ext uri="{FF2B5EF4-FFF2-40B4-BE49-F238E27FC236}">
                  <a16:creationId xmlns:a16="http://schemas.microsoft.com/office/drawing/2014/main" id="{617562CC-305E-CA9E-9DE6-5058EAF80C56}"/>
                </a:ext>
              </a:extLst>
            </p:cNvPr>
            <p:cNvSpPr/>
            <p:nvPr/>
          </p:nvSpPr>
          <p:spPr>
            <a:xfrm>
              <a:off x="2884280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853;p53">
              <a:extLst>
                <a:ext uri="{FF2B5EF4-FFF2-40B4-BE49-F238E27FC236}">
                  <a16:creationId xmlns:a16="http://schemas.microsoft.com/office/drawing/2014/main" id="{43418F79-290D-75B2-079B-B0A952A94D7C}"/>
                </a:ext>
              </a:extLst>
            </p:cNvPr>
            <p:cNvSpPr/>
            <p:nvPr/>
          </p:nvSpPr>
          <p:spPr>
            <a:xfrm>
              <a:off x="2884280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854;p53">
              <a:extLst>
                <a:ext uri="{FF2B5EF4-FFF2-40B4-BE49-F238E27FC236}">
                  <a16:creationId xmlns:a16="http://schemas.microsoft.com/office/drawing/2014/main" id="{0DE8EC27-A83B-F796-8484-D8CBD910689D}"/>
                </a:ext>
              </a:extLst>
            </p:cNvPr>
            <p:cNvSpPr/>
            <p:nvPr/>
          </p:nvSpPr>
          <p:spPr>
            <a:xfrm>
              <a:off x="2884280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855;p53">
              <a:extLst>
                <a:ext uri="{FF2B5EF4-FFF2-40B4-BE49-F238E27FC236}">
                  <a16:creationId xmlns:a16="http://schemas.microsoft.com/office/drawing/2014/main" id="{F6239A35-A586-6C8F-DD05-000C0CB33767}"/>
                </a:ext>
              </a:extLst>
            </p:cNvPr>
            <p:cNvSpPr/>
            <p:nvPr/>
          </p:nvSpPr>
          <p:spPr>
            <a:xfrm>
              <a:off x="2884280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856;p53">
              <a:extLst>
                <a:ext uri="{FF2B5EF4-FFF2-40B4-BE49-F238E27FC236}">
                  <a16:creationId xmlns:a16="http://schemas.microsoft.com/office/drawing/2014/main" id="{9EAEBBB5-BC59-2452-6C17-2488A9F7A0DC}"/>
                </a:ext>
              </a:extLst>
            </p:cNvPr>
            <p:cNvSpPr/>
            <p:nvPr/>
          </p:nvSpPr>
          <p:spPr>
            <a:xfrm>
              <a:off x="2884280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857;p53">
              <a:extLst>
                <a:ext uri="{FF2B5EF4-FFF2-40B4-BE49-F238E27FC236}">
                  <a16:creationId xmlns:a16="http://schemas.microsoft.com/office/drawing/2014/main" id="{CE098655-DA5C-1561-2A11-A9B9FAECF269}"/>
                </a:ext>
              </a:extLst>
            </p:cNvPr>
            <p:cNvSpPr/>
            <p:nvPr/>
          </p:nvSpPr>
          <p:spPr>
            <a:xfrm>
              <a:off x="2884280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858;p53">
              <a:extLst>
                <a:ext uri="{FF2B5EF4-FFF2-40B4-BE49-F238E27FC236}">
                  <a16:creationId xmlns:a16="http://schemas.microsoft.com/office/drawing/2014/main" id="{63CAC943-64E5-B95F-BB74-760DFD37E6C7}"/>
                </a:ext>
              </a:extLst>
            </p:cNvPr>
            <p:cNvSpPr/>
            <p:nvPr/>
          </p:nvSpPr>
          <p:spPr>
            <a:xfrm>
              <a:off x="2884280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859;p53">
              <a:extLst>
                <a:ext uri="{FF2B5EF4-FFF2-40B4-BE49-F238E27FC236}">
                  <a16:creationId xmlns:a16="http://schemas.microsoft.com/office/drawing/2014/main" id="{3ED43E6B-00DD-4FB1-408D-BB36E21ADF68}"/>
                </a:ext>
              </a:extLst>
            </p:cNvPr>
            <p:cNvSpPr/>
            <p:nvPr/>
          </p:nvSpPr>
          <p:spPr>
            <a:xfrm>
              <a:off x="2884280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860;p53">
              <a:extLst>
                <a:ext uri="{FF2B5EF4-FFF2-40B4-BE49-F238E27FC236}">
                  <a16:creationId xmlns:a16="http://schemas.microsoft.com/office/drawing/2014/main" id="{5AB9F785-D9E6-7E7F-DAF3-BFEBC42DD91F}"/>
                </a:ext>
              </a:extLst>
            </p:cNvPr>
            <p:cNvSpPr/>
            <p:nvPr/>
          </p:nvSpPr>
          <p:spPr>
            <a:xfrm>
              <a:off x="2829614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861;p53">
              <a:extLst>
                <a:ext uri="{FF2B5EF4-FFF2-40B4-BE49-F238E27FC236}">
                  <a16:creationId xmlns:a16="http://schemas.microsoft.com/office/drawing/2014/main" id="{DBB48A57-9806-1161-991D-61D60F2AB583}"/>
                </a:ext>
              </a:extLst>
            </p:cNvPr>
            <p:cNvSpPr/>
            <p:nvPr/>
          </p:nvSpPr>
          <p:spPr>
            <a:xfrm>
              <a:off x="2829614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862;p53">
              <a:extLst>
                <a:ext uri="{FF2B5EF4-FFF2-40B4-BE49-F238E27FC236}">
                  <a16:creationId xmlns:a16="http://schemas.microsoft.com/office/drawing/2014/main" id="{0256B6E4-9087-C1F1-0C6B-A06B520D4E77}"/>
                </a:ext>
              </a:extLst>
            </p:cNvPr>
            <p:cNvSpPr/>
            <p:nvPr/>
          </p:nvSpPr>
          <p:spPr>
            <a:xfrm>
              <a:off x="2829614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863;p53">
              <a:extLst>
                <a:ext uri="{FF2B5EF4-FFF2-40B4-BE49-F238E27FC236}">
                  <a16:creationId xmlns:a16="http://schemas.microsoft.com/office/drawing/2014/main" id="{7AF268B2-AC2E-A434-0CE8-BF714703F85D}"/>
                </a:ext>
              </a:extLst>
            </p:cNvPr>
            <p:cNvSpPr/>
            <p:nvPr/>
          </p:nvSpPr>
          <p:spPr>
            <a:xfrm>
              <a:off x="2829614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864;p53">
              <a:extLst>
                <a:ext uri="{FF2B5EF4-FFF2-40B4-BE49-F238E27FC236}">
                  <a16:creationId xmlns:a16="http://schemas.microsoft.com/office/drawing/2014/main" id="{4433B41F-5409-7BBD-DACD-91945D514E0D}"/>
                </a:ext>
              </a:extLst>
            </p:cNvPr>
            <p:cNvSpPr/>
            <p:nvPr/>
          </p:nvSpPr>
          <p:spPr>
            <a:xfrm>
              <a:off x="2829614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865;p53">
              <a:extLst>
                <a:ext uri="{FF2B5EF4-FFF2-40B4-BE49-F238E27FC236}">
                  <a16:creationId xmlns:a16="http://schemas.microsoft.com/office/drawing/2014/main" id="{0022D94B-BD65-A2E9-AB53-ED67DE112759}"/>
                </a:ext>
              </a:extLst>
            </p:cNvPr>
            <p:cNvSpPr/>
            <p:nvPr/>
          </p:nvSpPr>
          <p:spPr>
            <a:xfrm>
              <a:off x="2829614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866;p53">
              <a:extLst>
                <a:ext uri="{FF2B5EF4-FFF2-40B4-BE49-F238E27FC236}">
                  <a16:creationId xmlns:a16="http://schemas.microsoft.com/office/drawing/2014/main" id="{714318D6-8147-8CA5-910E-E9DC8647CE45}"/>
                </a:ext>
              </a:extLst>
            </p:cNvPr>
            <p:cNvSpPr/>
            <p:nvPr/>
          </p:nvSpPr>
          <p:spPr>
            <a:xfrm>
              <a:off x="2829614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867;p53">
              <a:extLst>
                <a:ext uri="{FF2B5EF4-FFF2-40B4-BE49-F238E27FC236}">
                  <a16:creationId xmlns:a16="http://schemas.microsoft.com/office/drawing/2014/main" id="{0EA13350-F51E-C720-5FAE-2E6A0280CD5B}"/>
                </a:ext>
              </a:extLst>
            </p:cNvPr>
            <p:cNvSpPr/>
            <p:nvPr/>
          </p:nvSpPr>
          <p:spPr>
            <a:xfrm>
              <a:off x="2829614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868;p53">
              <a:extLst>
                <a:ext uri="{FF2B5EF4-FFF2-40B4-BE49-F238E27FC236}">
                  <a16:creationId xmlns:a16="http://schemas.microsoft.com/office/drawing/2014/main" id="{03BEA5C4-EEB2-E3D9-DE0B-E00640B90D97}"/>
                </a:ext>
              </a:extLst>
            </p:cNvPr>
            <p:cNvSpPr/>
            <p:nvPr/>
          </p:nvSpPr>
          <p:spPr>
            <a:xfrm>
              <a:off x="277507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869;p53">
              <a:extLst>
                <a:ext uri="{FF2B5EF4-FFF2-40B4-BE49-F238E27FC236}">
                  <a16:creationId xmlns:a16="http://schemas.microsoft.com/office/drawing/2014/main" id="{AA2FE99E-9E19-F9F2-1198-FAE12E983CB0}"/>
                </a:ext>
              </a:extLst>
            </p:cNvPr>
            <p:cNvSpPr/>
            <p:nvPr/>
          </p:nvSpPr>
          <p:spPr>
            <a:xfrm>
              <a:off x="277507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870;p53">
              <a:extLst>
                <a:ext uri="{FF2B5EF4-FFF2-40B4-BE49-F238E27FC236}">
                  <a16:creationId xmlns:a16="http://schemas.microsoft.com/office/drawing/2014/main" id="{5BCE50A9-274E-BC72-96CB-DE8753AE7658}"/>
                </a:ext>
              </a:extLst>
            </p:cNvPr>
            <p:cNvSpPr/>
            <p:nvPr/>
          </p:nvSpPr>
          <p:spPr>
            <a:xfrm>
              <a:off x="277507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871;p53">
              <a:extLst>
                <a:ext uri="{FF2B5EF4-FFF2-40B4-BE49-F238E27FC236}">
                  <a16:creationId xmlns:a16="http://schemas.microsoft.com/office/drawing/2014/main" id="{D0FC50A5-2ACF-A73F-24F6-55F7C5DD656A}"/>
                </a:ext>
              </a:extLst>
            </p:cNvPr>
            <p:cNvSpPr/>
            <p:nvPr/>
          </p:nvSpPr>
          <p:spPr>
            <a:xfrm>
              <a:off x="277507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872;p53">
              <a:extLst>
                <a:ext uri="{FF2B5EF4-FFF2-40B4-BE49-F238E27FC236}">
                  <a16:creationId xmlns:a16="http://schemas.microsoft.com/office/drawing/2014/main" id="{FB9E331F-36EB-9F40-BFF5-117F5A994221}"/>
                </a:ext>
              </a:extLst>
            </p:cNvPr>
            <p:cNvSpPr/>
            <p:nvPr/>
          </p:nvSpPr>
          <p:spPr>
            <a:xfrm>
              <a:off x="277507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873;p53">
              <a:extLst>
                <a:ext uri="{FF2B5EF4-FFF2-40B4-BE49-F238E27FC236}">
                  <a16:creationId xmlns:a16="http://schemas.microsoft.com/office/drawing/2014/main" id="{15BC33CB-800A-40EB-AF8B-8B4AD33E1938}"/>
                </a:ext>
              </a:extLst>
            </p:cNvPr>
            <p:cNvSpPr/>
            <p:nvPr/>
          </p:nvSpPr>
          <p:spPr>
            <a:xfrm>
              <a:off x="2775074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874;p53">
              <a:extLst>
                <a:ext uri="{FF2B5EF4-FFF2-40B4-BE49-F238E27FC236}">
                  <a16:creationId xmlns:a16="http://schemas.microsoft.com/office/drawing/2014/main" id="{E13CCBAC-C334-1A91-E250-21D24E9AF1FF}"/>
                </a:ext>
              </a:extLst>
            </p:cNvPr>
            <p:cNvSpPr/>
            <p:nvPr/>
          </p:nvSpPr>
          <p:spPr>
            <a:xfrm>
              <a:off x="277507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875;p53">
              <a:extLst>
                <a:ext uri="{FF2B5EF4-FFF2-40B4-BE49-F238E27FC236}">
                  <a16:creationId xmlns:a16="http://schemas.microsoft.com/office/drawing/2014/main" id="{607D30C6-BC25-9B1A-6C55-863420C409A1}"/>
                </a:ext>
              </a:extLst>
            </p:cNvPr>
            <p:cNvSpPr/>
            <p:nvPr/>
          </p:nvSpPr>
          <p:spPr>
            <a:xfrm>
              <a:off x="277507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876;p53">
              <a:extLst>
                <a:ext uri="{FF2B5EF4-FFF2-40B4-BE49-F238E27FC236}">
                  <a16:creationId xmlns:a16="http://schemas.microsoft.com/office/drawing/2014/main" id="{54387CF5-30E6-35DD-A751-161DC24FD316}"/>
                </a:ext>
              </a:extLst>
            </p:cNvPr>
            <p:cNvSpPr/>
            <p:nvPr/>
          </p:nvSpPr>
          <p:spPr>
            <a:xfrm>
              <a:off x="2720408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877;p53">
              <a:extLst>
                <a:ext uri="{FF2B5EF4-FFF2-40B4-BE49-F238E27FC236}">
                  <a16:creationId xmlns:a16="http://schemas.microsoft.com/office/drawing/2014/main" id="{A9A6B101-8284-A58F-35E7-203267957317}"/>
                </a:ext>
              </a:extLst>
            </p:cNvPr>
            <p:cNvSpPr/>
            <p:nvPr/>
          </p:nvSpPr>
          <p:spPr>
            <a:xfrm>
              <a:off x="2720408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878;p53">
              <a:extLst>
                <a:ext uri="{FF2B5EF4-FFF2-40B4-BE49-F238E27FC236}">
                  <a16:creationId xmlns:a16="http://schemas.microsoft.com/office/drawing/2014/main" id="{5DCC7EE8-2150-3ABF-4E5B-7A844F76CDF5}"/>
                </a:ext>
              </a:extLst>
            </p:cNvPr>
            <p:cNvSpPr/>
            <p:nvPr/>
          </p:nvSpPr>
          <p:spPr>
            <a:xfrm>
              <a:off x="2720408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879;p53">
              <a:extLst>
                <a:ext uri="{FF2B5EF4-FFF2-40B4-BE49-F238E27FC236}">
                  <a16:creationId xmlns:a16="http://schemas.microsoft.com/office/drawing/2014/main" id="{91C39288-3771-4F31-76FB-56B35897CD00}"/>
                </a:ext>
              </a:extLst>
            </p:cNvPr>
            <p:cNvSpPr/>
            <p:nvPr/>
          </p:nvSpPr>
          <p:spPr>
            <a:xfrm>
              <a:off x="2720408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880;p53">
              <a:extLst>
                <a:ext uri="{FF2B5EF4-FFF2-40B4-BE49-F238E27FC236}">
                  <a16:creationId xmlns:a16="http://schemas.microsoft.com/office/drawing/2014/main" id="{F300928B-9799-FE30-875F-98D7AFB915D9}"/>
                </a:ext>
              </a:extLst>
            </p:cNvPr>
            <p:cNvSpPr/>
            <p:nvPr/>
          </p:nvSpPr>
          <p:spPr>
            <a:xfrm>
              <a:off x="2720408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881;p53">
              <a:extLst>
                <a:ext uri="{FF2B5EF4-FFF2-40B4-BE49-F238E27FC236}">
                  <a16:creationId xmlns:a16="http://schemas.microsoft.com/office/drawing/2014/main" id="{DD468B05-62DD-7FDF-218C-64BB4E127D98}"/>
                </a:ext>
              </a:extLst>
            </p:cNvPr>
            <p:cNvSpPr/>
            <p:nvPr/>
          </p:nvSpPr>
          <p:spPr>
            <a:xfrm>
              <a:off x="2720408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882;p53">
              <a:extLst>
                <a:ext uri="{FF2B5EF4-FFF2-40B4-BE49-F238E27FC236}">
                  <a16:creationId xmlns:a16="http://schemas.microsoft.com/office/drawing/2014/main" id="{D8D447EC-93A3-5CA6-7B3D-BCE2236275A1}"/>
                </a:ext>
              </a:extLst>
            </p:cNvPr>
            <p:cNvSpPr/>
            <p:nvPr/>
          </p:nvSpPr>
          <p:spPr>
            <a:xfrm>
              <a:off x="2720408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883;p53">
              <a:extLst>
                <a:ext uri="{FF2B5EF4-FFF2-40B4-BE49-F238E27FC236}">
                  <a16:creationId xmlns:a16="http://schemas.microsoft.com/office/drawing/2014/main" id="{6152FC0C-5BB1-78E7-04D7-BAEC7B6CC066}"/>
                </a:ext>
              </a:extLst>
            </p:cNvPr>
            <p:cNvSpPr/>
            <p:nvPr/>
          </p:nvSpPr>
          <p:spPr>
            <a:xfrm>
              <a:off x="2720408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884;p53">
              <a:extLst>
                <a:ext uri="{FF2B5EF4-FFF2-40B4-BE49-F238E27FC236}">
                  <a16:creationId xmlns:a16="http://schemas.microsoft.com/office/drawing/2014/main" id="{511D7BD0-2583-8DA0-2B02-CC54BDDD2B40}"/>
                </a:ext>
              </a:extLst>
            </p:cNvPr>
            <p:cNvSpPr/>
            <p:nvPr/>
          </p:nvSpPr>
          <p:spPr>
            <a:xfrm>
              <a:off x="2720408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885;p53">
              <a:extLst>
                <a:ext uri="{FF2B5EF4-FFF2-40B4-BE49-F238E27FC236}">
                  <a16:creationId xmlns:a16="http://schemas.microsoft.com/office/drawing/2014/main" id="{FF0B0E8F-7F95-F886-1E16-7295579BFA74}"/>
                </a:ext>
              </a:extLst>
            </p:cNvPr>
            <p:cNvSpPr/>
            <p:nvPr/>
          </p:nvSpPr>
          <p:spPr>
            <a:xfrm>
              <a:off x="266572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886;p53">
              <a:extLst>
                <a:ext uri="{FF2B5EF4-FFF2-40B4-BE49-F238E27FC236}">
                  <a16:creationId xmlns:a16="http://schemas.microsoft.com/office/drawing/2014/main" id="{856C8F77-D511-A436-D4B0-F9A75F211EED}"/>
                </a:ext>
              </a:extLst>
            </p:cNvPr>
            <p:cNvSpPr/>
            <p:nvPr/>
          </p:nvSpPr>
          <p:spPr>
            <a:xfrm>
              <a:off x="266572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887;p53">
              <a:extLst>
                <a:ext uri="{FF2B5EF4-FFF2-40B4-BE49-F238E27FC236}">
                  <a16:creationId xmlns:a16="http://schemas.microsoft.com/office/drawing/2014/main" id="{51C60F55-01CF-7F85-994A-3E9A6A3B5F6E}"/>
                </a:ext>
              </a:extLst>
            </p:cNvPr>
            <p:cNvSpPr/>
            <p:nvPr/>
          </p:nvSpPr>
          <p:spPr>
            <a:xfrm>
              <a:off x="266572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888;p53">
              <a:extLst>
                <a:ext uri="{FF2B5EF4-FFF2-40B4-BE49-F238E27FC236}">
                  <a16:creationId xmlns:a16="http://schemas.microsoft.com/office/drawing/2014/main" id="{3156ACDE-0C83-AD61-5DFF-F179ABD9CD0E}"/>
                </a:ext>
              </a:extLst>
            </p:cNvPr>
            <p:cNvSpPr/>
            <p:nvPr/>
          </p:nvSpPr>
          <p:spPr>
            <a:xfrm>
              <a:off x="266572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889;p53">
              <a:extLst>
                <a:ext uri="{FF2B5EF4-FFF2-40B4-BE49-F238E27FC236}">
                  <a16:creationId xmlns:a16="http://schemas.microsoft.com/office/drawing/2014/main" id="{0DCDC572-077F-8200-8131-9D965D838ABD}"/>
                </a:ext>
              </a:extLst>
            </p:cNvPr>
            <p:cNvSpPr/>
            <p:nvPr/>
          </p:nvSpPr>
          <p:spPr>
            <a:xfrm>
              <a:off x="266572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890;p53">
              <a:extLst>
                <a:ext uri="{FF2B5EF4-FFF2-40B4-BE49-F238E27FC236}">
                  <a16:creationId xmlns:a16="http://schemas.microsoft.com/office/drawing/2014/main" id="{AD40D3A7-5B4E-B453-EEA7-DA2CE9436A3A}"/>
                </a:ext>
              </a:extLst>
            </p:cNvPr>
            <p:cNvSpPr/>
            <p:nvPr/>
          </p:nvSpPr>
          <p:spPr>
            <a:xfrm>
              <a:off x="266572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891;p53">
              <a:extLst>
                <a:ext uri="{FF2B5EF4-FFF2-40B4-BE49-F238E27FC236}">
                  <a16:creationId xmlns:a16="http://schemas.microsoft.com/office/drawing/2014/main" id="{2553568E-B396-9AAF-3F79-9854CA5F34DE}"/>
                </a:ext>
              </a:extLst>
            </p:cNvPr>
            <p:cNvSpPr/>
            <p:nvPr/>
          </p:nvSpPr>
          <p:spPr>
            <a:xfrm>
              <a:off x="2665724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892;p53">
              <a:extLst>
                <a:ext uri="{FF2B5EF4-FFF2-40B4-BE49-F238E27FC236}">
                  <a16:creationId xmlns:a16="http://schemas.microsoft.com/office/drawing/2014/main" id="{C61BFB72-9CB1-6D16-2811-A7E2FF1A10AF}"/>
                </a:ext>
              </a:extLst>
            </p:cNvPr>
            <p:cNvSpPr/>
            <p:nvPr/>
          </p:nvSpPr>
          <p:spPr>
            <a:xfrm>
              <a:off x="2665724" y="177981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893;p53">
              <a:extLst>
                <a:ext uri="{FF2B5EF4-FFF2-40B4-BE49-F238E27FC236}">
                  <a16:creationId xmlns:a16="http://schemas.microsoft.com/office/drawing/2014/main" id="{22170090-5AE3-D860-F04E-F98906F5F2AD}"/>
                </a:ext>
              </a:extLst>
            </p:cNvPr>
            <p:cNvSpPr/>
            <p:nvPr/>
          </p:nvSpPr>
          <p:spPr>
            <a:xfrm>
              <a:off x="2665724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894;p53">
              <a:extLst>
                <a:ext uri="{FF2B5EF4-FFF2-40B4-BE49-F238E27FC236}">
                  <a16:creationId xmlns:a16="http://schemas.microsoft.com/office/drawing/2014/main" id="{720DC16E-ABF0-0BAD-809B-4BC46C3849BC}"/>
                </a:ext>
              </a:extLst>
            </p:cNvPr>
            <p:cNvSpPr/>
            <p:nvPr/>
          </p:nvSpPr>
          <p:spPr>
            <a:xfrm>
              <a:off x="2665724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895;p53">
              <a:extLst>
                <a:ext uri="{FF2B5EF4-FFF2-40B4-BE49-F238E27FC236}">
                  <a16:creationId xmlns:a16="http://schemas.microsoft.com/office/drawing/2014/main" id="{F76A1732-FE79-5AA3-F517-AD144992130C}"/>
                </a:ext>
              </a:extLst>
            </p:cNvPr>
            <p:cNvSpPr/>
            <p:nvPr/>
          </p:nvSpPr>
          <p:spPr>
            <a:xfrm>
              <a:off x="2611058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896;p53">
              <a:extLst>
                <a:ext uri="{FF2B5EF4-FFF2-40B4-BE49-F238E27FC236}">
                  <a16:creationId xmlns:a16="http://schemas.microsoft.com/office/drawing/2014/main" id="{9B8FEB58-2FC9-48F4-2F1A-E09508EA3E2E}"/>
                </a:ext>
              </a:extLst>
            </p:cNvPr>
            <p:cNvSpPr/>
            <p:nvPr/>
          </p:nvSpPr>
          <p:spPr>
            <a:xfrm>
              <a:off x="2611058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897;p53">
              <a:extLst>
                <a:ext uri="{FF2B5EF4-FFF2-40B4-BE49-F238E27FC236}">
                  <a16:creationId xmlns:a16="http://schemas.microsoft.com/office/drawing/2014/main" id="{52096BC6-BDBC-9E2C-17AB-0D0070BBCD1A}"/>
                </a:ext>
              </a:extLst>
            </p:cNvPr>
            <p:cNvSpPr/>
            <p:nvPr/>
          </p:nvSpPr>
          <p:spPr>
            <a:xfrm>
              <a:off x="2611058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898;p53">
              <a:extLst>
                <a:ext uri="{FF2B5EF4-FFF2-40B4-BE49-F238E27FC236}">
                  <a16:creationId xmlns:a16="http://schemas.microsoft.com/office/drawing/2014/main" id="{715DCB14-BC7A-14ED-0789-10DA470CAE23}"/>
                </a:ext>
              </a:extLst>
            </p:cNvPr>
            <p:cNvSpPr/>
            <p:nvPr/>
          </p:nvSpPr>
          <p:spPr>
            <a:xfrm>
              <a:off x="2611058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899;p53">
              <a:extLst>
                <a:ext uri="{FF2B5EF4-FFF2-40B4-BE49-F238E27FC236}">
                  <a16:creationId xmlns:a16="http://schemas.microsoft.com/office/drawing/2014/main" id="{1B5FBE35-AB4B-F2E4-0696-7728C1115AEC}"/>
                </a:ext>
              </a:extLst>
            </p:cNvPr>
            <p:cNvSpPr/>
            <p:nvPr/>
          </p:nvSpPr>
          <p:spPr>
            <a:xfrm>
              <a:off x="2611058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900;p53">
              <a:extLst>
                <a:ext uri="{FF2B5EF4-FFF2-40B4-BE49-F238E27FC236}">
                  <a16:creationId xmlns:a16="http://schemas.microsoft.com/office/drawing/2014/main" id="{BCF2E5EA-9F98-DF36-1807-8EC342867670}"/>
                </a:ext>
              </a:extLst>
            </p:cNvPr>
            <p:cNvSpPr/>
            <p:nvPr/>
          </p:nvSpPr>
          <p:spPr>
            <a:xfrm>
              <a:off x="2611058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901;p53">
              <a:extLst>
                <a:ext uri="{FF2B5EF4-FFF2-40B4-BE49-F238E27FC236}">
                  <a16:creationId xmlns:a16="http://schemas.microsoft.com/office/drawing/2014/main" id="{73DA42E1-257A-4B8A-7ACA-38A4FE235C4C}"/>
                </a:ext>
              </a:extLst>
            </p:cNvPr>
            <p:cNvSpPr/>
            <p:nvPr/>
          </p:nvSpPr>
          <p:spPr>
            <a:xfrm>
              <a:off x="2611058" y="1834337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902;p53">
              <a:extLst>
                <a:ext uri="{FF2B5EF4-FFF2-40B4-BE49-F238E27FC236}">
                  <a16:creationId xmlns:a16="http://schemas.microsoft.com/office/drawing/2014/main" id="{757E957A-DB07-C722-D7AA-B807AFAB98B3}"/>
                </a:ext>
              </a:extLst>
            </p:cNvPr>
            <p:cNvSpPr/>
            <p:nvPr/>
          </p:nvSpPr>
          <p:spPr>
            <a:xfrm>
              <a:off x="2611058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903;p53">
              <a:extLst>
                <a:ext uri="{FF2B5EF4-FFF2-40B4-BE49-F238E27FC236}">
                  <a16:creationId xmlns:a16="http://schemas.microsoft.com/office/drawing/2014/main" id="{072F98D9-73F9-C4B8-5CFE-6E1E1E243210}"/>
                </a:ext>
              </a:extLst>
            </p:cNvPr>
            <p:cNvSpPr/>
            <p:nvPr/>
          </p:nvSpPr>
          <p:spPr>
            <a:xfrm>
              <a:off x="2611058" y="172513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904;p53">
              <a:extLst>
                <a:ext uri="{FF2B5EF4-FFF2-40B4-BE49-F238E27FC236}">
                  <a16:creationId xmlns:a16="http://schemas.microsoft.com/office/drawing/2014/main" id="{20191E8D-3120-FC70-3746-650EC5A59D9A}"/>
                </a:ext>
              </a:extLst>
            </p:cNvPr>
            <p:cNvSpPr/>
            <p:nvPr/>
          </p:nvSpPr>
          <p:spPr>
            <a:xfrm>
              <a:off x="2611058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905;p53">
              <a:extLst>
                <a:ext uri="{FF2B5EF4-FFF2-40B4-BE49-F238E27FC236}">
                  <a16:creationId xmlns:a16="http://schemas.microsoft.com/office/drawing/2014/main" id="{9A98B2F3-BDC7-57C2-2656-ACF2E59AB53A}"/>
                </a:ext>
              </a:extLst>
            </p:cNvPr>
            <p:cNvSpPr/>
            <p:nvPr/>
          </p:nvSpPr>
          <p:spPr>
            <a:xfrm>
              <a:off x="25565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906;p53">
              <a:extLst>
                <a:ext uri="{FF2B5EF4-FFF2-40B4-BE49-F238E27FC236}">
                  <a16:creationId xmlns:a16="http://schemas.microsoft.com/office/drawing/2014/main" id="{F4C6AAFF-1A10-94EC-C8CC-DEF0BD047E2B}"/>
                </a:ext>
              </a:extLst>
            </p:cNvPr>
            <p:cNvSpPr/>
            <p:nvPr/>
          </p:nvSpPr>
          <p:spPr>
            <a:xfrm>
              <a:off x="25565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907;p53">
              <a:extLst>
                <a:ext uri="{FF2B5EF4-FFF2-40B4-BE49-F238E27FC236}">
                  <a16:creationId xmlns:a16="http://schemas.microsoft.com/office/drawing/2014/main" id="{8F2CE65A-4AB0-5855-14D1-40215E81BA26}"/>
                </a:ext>
              </a:extLst>
            </p:cNvPr>
            <p:cNvSpPr/>
            <p:nvPr/>
          </p:nvSpPr>
          <p:spPr>
            <a:xfrm>
              <a:off x="255651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908;p53">
              <a:extLst>
                <a:ext uri="{FF2B5EF4-FFF2-40B4-BE49-F238E27FC236}">
                  <a16:creationId xmlns:a16="http://schemas.microsoft.com/office/drawing/2014/main" id="{F57D687B-8644-F2BB-DB53-1D5948AD745D}"/>
                </a:ext>
              </a:extLst>
            </p:cNvPr>
            <p:cNvSpPr/>
            <p:nvPr/>
          </p:nvSpPr>
          <p:spPr>
            <a:xfrm>
              <a:off x="255651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909;p53">
              <a:extLst>
                <a:ext uri="{FF2B5EF4-FFF2-40B4-BE49-F238E27FC236}">
                  <a16:creationId xmlns:a16="http://schemas.microsoft.com/office/drawing/2014/main" id="{7A1C5228-9E92-1FA0-B46F-AE8B135BFE99}"/>
                </a:ext>
              </a:extLst>
            </p:cNvPr>
            <p:cNvSpPr/>
            <p:nvPr/>
          </p:nvSpPr>
          <p:spPr>
            <a:xfrm>
              <a:off x="255651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910;p53">
              <a:extLst>
                <a:ext uri="{FF2B5EF4-FFF2-40B4-BE49-F238E27FC236}">
                  <a16:creationId xmlns:a16="http://schemas.microsoft.com/office/drawing/2014/main" id="{455EA338-F012-0C8C-76E4-47FA2396F7E3}"/>
                </a:ext>
              </a:extLst>
            </p:cNvPr>
            <p:cNvSpPr/>
            <p:nvPr/>
          </p:nvSpPr>
          <p:spPr>
            <a:xfrm>
              <a:off x="255651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911;p53">
              <a:extLst>
                <a:ext uri="{FF2B5EF4-FFF2-40B4-BE49-F238E27FC236}">
                  <a16:creationId xmlns:a16="http://schemas.microsoft.com/office/drawing/2014/main" id="{160C74D4-6197-2ECB-9261-C12399BF2CDE}"/>
                </a:ext>
              </a:extLst>
            </p:cNvPr>
            <p:cNvSpPr/>
            <p:nvPr/>
          </p:nvSpPr>
          <p:spPr>
            <a:xfrm>
              <a:off x="2556518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912;p53">
              <a:extLst>
                <a:ext uri="{FF2B5EF4-FFF2-40B4-BE49-F238E27FC236}">
                  <a16:creationId xmlns:a16="http://schemas.microsoft.com/office/drawing/2014/main" id="{FF25138C-0D92-5449-DDFE-37A79354A6AF}"/>
                </a:ext>
              </a:extLst>
            </p:cNvPr>
            <p:cNvSpPr/>
            <p:nvPr/>
          </p:nvSpPr>
          <p:spPr>
            <a:xfrm>
              <a:off x="2556518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913;p53">
              <a:extLst>
                <a:ext uri="{FF2B5EF4-FFF2-40B4-BE49-F238E27FC236}">
                  <a16:creationId xmlns:a16="http://schemas.microsoft.com/office/drawing/2014/main" id="{737C1FD8-5521-ADA9-B84A-8DC450635273}"/>
                </a:ext>
              </a:extLst>
            </p:cNvPr>
            <p:cNvSpPr/>
            <p:nvPr/>
          </p:nvSpPr>
          <p:spPr>
            <a:xfrm>
              <a:off x="2556518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914;p53">
              <a:extLst>
                <a:ext uri="{FF2B5EF4-FFF2-40B4-BE49-F238E27FC236}">
                  <a16:creationId xmlns:a16="http://schemas.microsoft.com/office/drawing/2014/main" id="{6A444895-9308-D900-D247-C583195E8852}"/>
                </a:ext>
              </a:extLst>
            </p:cNvPr>
            <p:cNvSpPr/>
            <p:nvPr/>
          </p:nvSpPr>
          <p:spPr>
            <a:xfrm>
              <a:off x="250185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915;p53">
              <a:extLst>
                <a:ext uri="{FF2B5EF4-FFF2-40B4-BE49-F238E27FC236}">
                  <a16:creationId xmlns:a16="http://schemas.microsoft.com/office/drawing/2014/main" id="{577AA816-479A-6AC4-4973-C755C8AB17FC}"/>
                </a:ext>
              </a:extLst>
            </p:cNvPr>
            <p:cNvSpPr/>
            <p:nvPr/>
          </p:nvSpPr>
          <p:spPr>
            <a:xfrm>
              <a:off x="250185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916;p53">
              <a:extLst>
                <a:ext uri="{FF2B5EF4-FFF2-40B4-BE49-F238E27FC236}">
                  <a16:creationId xmlns:a16="http://schemas.microsoft.com/office/drawing/2014/main" id="{9BD13CB4-201E-AE6B-0A5C-7BF654BA695D}"/>
                </a:ext>
              </a:extLst>
            </p:cNvPr>
            <p:cNvSpPr/>
            <p:nvPr/>
          </p:nvSpPr>
          <p:spPr>
            <a:xfrm>
              <a:off x="2501852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917;p53">
              <a:extLst>
                <a:ext uri="{FF2B5EF4-FFF2-40B4-BE49-F238E27FC236}">
                  <a16:creationId xmlns:a16="http://schemas.microsoft.com/office/drawing/2014/main" id="{624C3002-A879-4A3E-4512-4904F626AED3}"/>
                </a:ext>
              </a:extLst>
            </p:cNvPr>
            <p:cNvSpPr/>
            <p:nvPr/>
          </p:nvSpPr>
          <p:spPr>
            <a:xfrm>
              <a:off x="2501852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918;p53">
              <a:extLst>
                <a:ext uri="{FF2B5EF4-FFF2-40B4-BE49-F238E27FC236}">
                  <a16:creationId xmlns:a16="http://schemas.microsoft.com/office/drawing/2014/main" id="{1AC36EDC-4D40-0FEC-9FB7-0F3D06673219}"/>
                </a:ext>
              </a:extLst>
            </p:cNvPr>
            <p:cNvSpPr/>
            <p:nvPr/>
          </p:nvSpPr>
          <p:spPr>
            <a:xfrm>
              <a:off x="2447025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919;p53">
              <a:extLst>
                <a:ext uri="{FF2B5EF4-FFF2-40B4-BE49-F238E27FC236}">
                  <a16:creationId xmlns:a16="http://schemas.microsoft.com/office/drawing/2014/main" id="{BE1E9B64-B738-794D-F4EA-C5E5720FE4A8}"/>
                </a:ext>
              </a:extLst>
            </p:cNvPr>
            <p:cNvSpPr/>
            <p:nvPr/>
          </p:nvSpPr>
          <p:spPr>
            <a:xfrm>
              <a:off x="2447025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920;p53">
              <a:extLst>
                <a:ext uri="{FF2B5EF4-FFF2-40B4-BE49-F238E27FC236}">
                  <a16:creationId xmlns:a16="http://schemas.microsoft.com/office/drawing/2014/main" id="{A40CA71D-6CCF-3A80-8868-0BE242145022}"/>
                </a:ext>
              </a:extLst>
            </p:cNvPr>
            <p:cNvSpPr/>
            <p:nvPr/>
          </p:nvSpPr>
          <p:spPr>
            <a:xfrm>
              <a:off x="244702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921;p53">
              <a:extLst>
                <a:ext uri="{FF2B5EF4-FFF2-40B4-BE49-F238E27FC236}">
                  <a16:creationId xmlns:a16="http://schemas.microsoft.com/office/drawing/2014/main" id="{DE6424FB-1537-159C-159F-0C0AB01BEC66}"/>
                </a:ext>
              </a:extLst>
            </p:cNvPr>
            <p:cNvSpPr/>
            <p:nvPr/>
          </p:nvSpPr>
          <p:spPr>
            <a:xfrm>
              <a:off x="2392341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922;p53">
              <a:extLst>
                <a:ext uri="{FF2B5EF4-FFF2-40B4-BE49-F238E27FC236}">
                  <a16:creationId xmlns:a16="http://schemas.microsoft.com/office/drawing/2014/main" id="{9AE5B0E9-549A-2B55-8A75-02BB0D4E01D3}"/>
                </a:ext>
              </a:extLst>
            </p:cNvPr>
            <p:cNvSpPr/>
            <p:nvPr/>
          </p:nvSpPr>
          <p:spPr>
            <a:xfrm>
              <a:off x="2392341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923;p53">
              <a:extLst>
                <a:ext uri="{FF2B5EF4-FFF2-40B4-BE49-F238E27FC236}">
                  <a16:creationId xmlns:a16="http://schemas.microsoft.com/office/drawing/2014/main" id="{512F330C-EE56-2ABE-E965-F64C03330511}"/>
                </a:ext>
              </a:extLst>
            </p:cNvPr>
            <p:cNvSpPr/>
            <p:nvPr/>
          </p:nvSpPr>
          <p:spPr>
            <a:xfrm>
              <a:off x="2829614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924;p53">
              <a:extLst>
                <a:ext uri="{FF2B5EF4-FFF2-40B4-BE49-F238E27FC236}">
                  <a16:creationId xmlns:a16="http://schemas.microsoft.com/office/drawing/2014/main" id="{D256EBFD-719C-7954-F120-3FB92DA0AB90}"/>
                </a:ext>
              </a:extLst>
            </p:cNvPr>
            <p:cNvSpPr/>
            <p:nvPr/>
          </p:nvSpPr>
          <p:spPr>
            <a:xfrm>
              <a:off x="2829614" y="3473865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925;p53">
              <a:extLst>
                <a:ext uri="{FF2B5EF4-FFF2-40B4-BE49-F238E27FC236}">
                  <a16:creationId xmlns:a16="http://schemas.microsoft.com/office/drawing/2014/main" id="{F09D383E-7764-400D-E2A7-ADE39BD0403C}"/>
                </a:ext>
              </a:extLst>
            </p:cNvPr>
            <p:cNvSpPr/>
            <p:nvPr/>
          </p:nvSpPr>
          <p:spPr>
            <a:xfrm>
              <a:off x="2829614" y="3419199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926;p53">
              <a:extLst>
                <a:ext uri="{FF2B5EF4-FFF2-40B4-BE49-F238E27FC236}">
                  <a16:creationId xmlns:a16="http://schemas.microsoft.com/office/drawing/2014/main" id="{57A1F011-866A-B166-6D28-AED4CC68E0DC}"/>
                </a:ext>
              </a:extLst>
            </p:cNvPr>
            <p:cNvSpPr/>
            <p:nvPr/>
          </p:nvSpPr>
          <p:spPr>
            <a:xfrm>
              <a:off x="277507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927;p53">
              <a:extLst>
                <a:ext uri="{FF2B5EF4-FFF2-40B4-BE49-F238E27FC236}">
                  <a16:creationId xmlns:a16="http://schemas.microsoft.com/office/drawing/2014/main" id="{7DEBB454-5C3A-36D7-BB61-FEC0C92A4C0A}"/>
                </a:ext>
              </a:extLst>
            </p:cNvPr>
            <p:cNvSpPr/>
            <p:nvPr/>
          </p:nvSpPr>
          <p:spPr>
            <a:xfrm>
              <a:off x="2774930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928;p53">
              <a:extLst>
                <a:ext uri="{FF2B5EF4-FFF2-40B4-BE49-F238E27FC236}">
                  <a16:creationId xmlns:a16="http://schemas.microsoft.com/office/drawing/2014/main" id="{844592CC-06F2-3F3F-CED9-A5CA06A08FBA}"/>
                </a:ext>
              </a:extLst>
            </p:cNvPr>
            <p:cNvSpPr/>
            <p:nvPr/>
          </p:nvSpPr>
          <p:spPr>
            <a:xfrm>
              <a:off x="277507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929;p53">
              <a:extLst>
                <a:ext uri="{FF2B5EF4-FFF2-40B4-BE49-F238E27FC236}">
                  <a16:creationId xmlns:a16="http://schemas.microsoft.com/office/drawing/2014/main" id="{A1151471-C629-FFDB-D3ED-F49D3A652756}"/>
                </a:ext>
              </a:extLst>
            </p:cNvPr>
            <p:cNvSpPr/>
            <p:nvPr/>
          </p:nvSpPr>
          <p:spPr>
            <a:xfrm>
              <a:off x="2775074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930;p53">
              <a:extLst>
                <a:ext uri="{FF2B5EF4-FFF2-40B4-BE49-F238E27FC236}">
                  <a16:creationId xmlns:a16="http://schemas.microsoft.com/office/drawing/2014/main" id="{E81157F8-4FAC-EEDC-C24B-15823CA27362}"/>
                </a:ext>
              </a:extLst>
            </p:cNvPr>
            <p:cNvSpPr/>
            <p:nvPr/>
          </p:nvSpPr>
          <p:spPr>
            <a:xfrm>
              <a:off x="277507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931;p53">
              <a:extLst>
                <a:ext uri="{FF2B5EF4-FFF2-40B4-BE49-F238E27FC236}">
                  <a16:creationId xmlns:a16="http://schemas.microsoft.com/office/drawing/2014/main" id="{D97C8EC9-2B5D-B47C-5032-561C3898782A}"/>
                </a:ext>
              </a:extLst>
            </p:cNvPr>
            <p:cNvSpPr/>
            <p:nvPr/>
          </p:nvSpPr>
          <p:spPr>
            <a:xfrm>
              <a:off x="277507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932;p53">
              <a:extLst>
                <a:ext uri="{FF2B5EF4-FFF2-40B4-BE49-F238E27FC236}">
                  <a16:creationId xmlns:a16="http://schemas.microsoft.com/office/drawing/2014/main" id="{CAE467BB-F23F-9671-7ACD-57649BA6AA1F}"/>
                </a:ext>
              </a:extLst>
            </p:cNvPr>
            <p:cNvSpPr/>
            <p:nvPr/>
          </p:nvSpPr>
          <p:spPr>
            <a:xfrm>
              <a:off x="272040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933;p53">
              <a:extLst>
                <a:ext uri="{FF2B5EF4-FFF2-40B4-BE49-F238E27FC236}">
                  <a16:creationId xmlns:a16="http://schemas.microsoft.com/office/drawing/2014/main" id="{E2939ACD-224A-A0B0-7E9E-52EF9DC7579D}"/>
                </a:ext>
              </a:extLst>
            </p:cNvPr>
            <p:cNvSpPr/>
            <p:nvPr/>
          </p:nvSpPr>
          <p:spPr>
            <a:xfrm>
              <a:off x="272040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934;p53">
              <a:extLst>
                <a:ext uri="{FF2B5EF4-FFF2-40B4-BE49-F238E27FC236}">
                  <a16:creationId xmlns:a16="http://schemas.microsoft.com/office/drawing/2014/main" id="{3B3D1B73-23F2-6235-AAFF-D3B514F3741B}"/>
                </a:ext>
              </a:extLst>
            </p:cNvPr>
            <p:cNvSpPr/>
            <p:nvPr/>
          </p:nvSpPr>
          <p:spPr>
            <a:xfrm>
              <a:off x="2720408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935;p53">
              <a:extLst>
                <a:ext uri="{FF2B5EF4-FFF2-40B4-BE49-F238E27FC236}">
                  <a16:creationId xmlns:a16="http://schemas.microsoft.com/office/drawing/2014/main" id="{07132E45-FD35-6D15-3C96-E094C61633E8}"/>
                </a:ext>
              </a:extLst>
            </p:cNvPr>
            <p:cNvSpPr/>
            <p:nvPr/>
          </p:nvSpPr>
          <p:spPr>
            <a:xfrm>
              <a:off x="2720408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936;p53">
              <a:extLst>
                <a:ext uri="{FF2B5EF4-FFF2-40B4-BE49-F238E27FC236}">
                  <a16:creationId xmlns:a16="http://schemas.microsoft.com/office/drawing/2014/main" id="{FC7023E0-B16D-748B-CD55-B3E7570B8BB3}"/>
                </a:ext>
              </a:extLst>
            </p:cNvPr>
            <p:cNvSpPr/>
            <p:nvPr/>
          </p:nvSpPr>
          <p:spPr>
            <a:xfrm>
              <a:off x="272040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937;p53">
              <a:extLst>
                <a:ext uri="{FF2B5EF4-FFF2-40B4-BE49-F238E27FC236}">
                  <a16:creationId xmlns:a16="http://schemas.microsoft.com/office/drawing/2014/main" id="{925D2C31-62FA-0505-6B4C-204524956328}"/>
                </a:ext>
              </a:extLst>
            </p:cNvPr>
            <p:cNvSpPr/>
            <p:nvPr/>
          </p:nvSpPr>
          <p:spPr>
            <a:xfrm>
              <a:off x="2720408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938;p53">
              <a:extLst>
                <a:ext uri="{FF2B5EF4-FFF2-40B4-BE49-F238E27FC236}">
                  <a16:creationId xmlns:a16="http://schemas.microsoft.com/office/drawing/2014/main" id="{3AE4F476-EEE1-C0C0-D628-3F42DD30F29B}"/>
                </a:ext>
              </a:extLst>
            </p:cNvPr>
            <p:cNvSpPr/>
            <p:nvPr/>
          </p:nvSpPr>
          <p:spPr>
            <a:xfrm>
              <a:off x="2665724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939;p53">
              <a:extLst>
                <a:ext uri="{FF2B5EF4-FFF2-40B4-BE49-F238E27FC236}">
                  <a16:creationId xmlns:a16="http://schemas.microsoft.com/office/drawing/2014/main" id="{442D6B4A-6EF4-0EFA-A420-ED926CC58E6A}"/>
                </a:ext>
              </a:extLst>
            </p:cNvPr>
            <p:cNvSpPr/>
            <p:nvPr/>
          </p:nvSpPr>
          <p:spPr>
            <a:xfrm>
              <a:off x="2665724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940;p53">
              <a:extLst>
                <a:ext uri="{FF2B5EF4-FFF2-40B4-BE49-F238E27FC236}">
                  <a16:creationId xmlns:a16="http://schemas.microsoft.com/office/drawing/2014/main" id="{5EAE75A5-D523-BF7B-AFA1-6778DC8E1C8A}"/>
                </a:ext>
              </a:extLst>
            </p:cNvPr>
            <p:cNvSpPr/>
            <p:nvPr/>
          </p:nvSpPr>
          <p:spPr>
            <a:xfrm>
              <a:off x="2665724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941;p53">
              <a:extLst>
                <a:ext uri="{FF2B5EF4-FFF2-40B4-BE49-F238E27FC236}">
                  <a16:creationId xmlns:a16="http://schemas.microsoft.com/office/drawing/2014/main" id="{80A6D7B3-1C24-89DF-C46F-430CCECCEFE5}"/>
                </a:ext>
              </a:extLst>
            </p:cNvPr>
            <p:cNvSpPr/>
            <p:nvPr/>
          </p:nvSpPr>
          <p:spPr>
            <a:xfrm>
              <a:off x="2665724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942;p53">
              <a:extLst>
                <a:ext uri="{FF2B5EF4-FFF2-40B4-BE49-F238E27FC236}">
                  <a16:creationId xmlns:a16="http://schemas.microsoft.com/office/drawing/2014/main" id="{3AA4C572-ED98-B205-AC3C-6B900DF93F7B}"/>
                </a:ext>
              </a:extLst>
            </p:cNvPr>
            <p:cNvSpPr/>
            <p:nvPr/>
          </p:nvSpPr>
          <p:spPr>
            <a:xfrm>
              <a:off x="2665724" y="35284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943;p53">
              <a:extLst>
                <a:ext uri="{FF2B5EF4-FFF2-40B4-BE49-F238E27FC236}">
                  <a16:creationId xmlns:a16="http://schemas.microsoft.com/office/drawing/2014/main" id="{608F9540-D0BD-16AC-B6DC-7AD173F0BBA0}"/>
                </a:ext>
              </a:extLst>
            </p:cNvPr>
            <p:cNvSpPr/>
            <p:nvPr/>
          </p:nvSpPr>
          <p:spPr>
            <a:xfrm>
              <a:off x="2665724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944;p53">
              <a:extLst>
                <a:ext uri="{FF2B5EF4-FFF2-40B4-BE49-F238E27FC236}">
                  <a16:creationId xmlns:a16="http://schemas.microsoft.com/office/drawing/2014/main" id="{1EB563E8-6A92-C74D-ECA2-E435598A93A7}"/>
                </a:ext>
              </a:extLst>
            </p:cNvPr>
            <p:cNvSpPr/>
            <p:nvPr/>
          </p:nvSpPr>
          <p:spPr>
            <a:xfrm>
              <a:off x="2665724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945;p53">
              <a:extLst>
                <a:ext uri="{FF2B5EF4-FFF2-40B4-BE49-F238E27FC236}">
                  <a16:creationId xmlns:a16="http://schemas.microsoft.com/office/drawing/2014/main" id="{7D18A2E4-EFED-D95C-04C0-D1C7FA7C6C9C}"/>
                </a:ext>
              </a:extLst>
            </p:cNvPr>
            <p:cNvSpPr/>
            <p:nvPr/>
          </p:nvSpPr>
          <p:spPr>
            <a:xfrm>
              <a:off x="2665724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946;p53">
              <a:extLst>
                <a:ext uri="{FF2B5EF4-FFF2-40B4-BE49-F238E27FC236}">
                  <a16:creationId xmlns:a16="http://schemas.microsoft.com/office/drawing/2014/main" id="{F1628DD2-4D5C-B250-8317-E8626BBCF6BF}"/>
                </a:ext>
              </a:extLst>
            </p:cNvPr>
            <p:cNvSpPr/>
            <p:nvPr/>
          </p:nvSpPr>
          <p:spPr>
            <a:xfrm>
              <a:off x="2611058" y="385645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947;p53">
              <a:extLst>
                <a:ext uri="{FF2B5EF4-FFF2-40B4-BE49-F238E27FC236}">
                  <a16:creationId xmlns:a16="http://schemas.microsoft.com/office/drawing/2014/main" id="{16DE5543-18E5-4BBA-E173-5DC11832F328}"/>
                </a:ext>
              </a:extLst>
            </p:cNvPr>
            <p:cNvSpPr/>
            <p:nvPr/>
          </p:nvSpPr>
          <p:spPr>
            <a:xfrm>
              <a:off x="2611058" y="3801771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948;p53">
              <a:extLst>
                <a:ext uri="{FF2B5EF4-FFF2-40B4-BE49-F238E27FC236}">
                  <a16:creationId xmlns:a16="http://schemas.microsoft.com/office/drawing/2014/main" id="{645B1D6D-4933-EC8F-05E9-452F7ACA13C0}"/>
                </a:ext>
              </a:extLst>
            </p:cNvPr>
            <p:cNvSpPr/>
            <p:nvPr/>
          </p:nvSpPr>
          <p:spPr>
            <a:xfrm>
              <a:off x="2611058" y="3747105"/>
              <a:ext cx="44622" cy="38363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949;p53">
              <a:extLst>
                <a:ext uri="{FF2B5EF4-FFF2-40B4-BE49-F238E27FC236}">
                  <a16:creationId xmlns:a16="http://schemas.microsoft.com/office/drawing/2014/main" id="{E502A48C-B44A-BB6A-904B-9130EE4F0AC5}"/>
                </a:ext>
              </a:extLst>
            </p:cNvPr>
            <p:cNvSpPr/>
            <p:nvPr/>
          </p:nvSpPr>
          <p:spPr>
            <a:xfrm>
              <a:off x="2611058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950;p53">
              <a:extLst>
                <a:ext uri="{FF2B5EF4-FFF2-40B4-BE49-F238E27FC236}">
                  <a16:creationId xmlns:a16="http://schemas.microsoft.com/office/drawing/2014/main" id="{D49CFAD1-214A-3121-2B4B-804565833E0D}"/>
                </a:ext>
              </a:extLst>
            </p:cNvPr>
            <p:cNvSpPr/>
            <p:nvPr/>
          </p:nvSpPr>
          <p:spPr>
            <a:xfrm>
              <a:off x="2611058" y="3637755"/>
              <a:ext cx="44766" cy="38363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951;p53">
              <a:extLst>
                <a:ext uri="{FF2B5EF4-FFF2-40B4-BE49-F238E27FC236}">
                  <a16:creationId xmlns:a16="http://schemas.microsoft.com/office/drawing/2014/main" id="{AD2F473D-720F-3DFD-88C4-BE2207C3B0C4}"/>
                </a:ext>
              </a:extLst>
            </p:cNvPr>
            <p:cNvSpPr/>
            <p:nvPr/>
          </p:nvSpPr>
          <p:spPr>
            <a:xfrm>
              <a:off x="2611058" y="3583071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952;p53">
              <a:extLst>
                <a:ext uri="{FF2B5EF4-FFF2-40B4-BE49-F238E27FC236}">
                  <a16:creationId xmlns:a16="http://schemas.microsoft.com/office/drawing/2014/main" id="{CB899ED5-0DBB-CE12-780B-87ACAAC8723E}"/>
                </a:ext>
              </a:extLst>
            </p:cNvPr>
            <p:cNvSpPr/>
            <p:nvPr/>
          </p:nvSpPr>
          <p:spPr>
            <a:xfrm>
              <a:off x="2611058" y="3528405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953;p53">
              <a:extLst>
                <a:ext uri="{FF2B5EF4-FFF2-40B4-BE49-F238E27FC236}">
                  <a16:creationId xmlns:a16="http://schemas.microsoft.com/office/drawing/2014/main" id="{C6D5B740-D097-3375-9218-ACB98F717B23}"/>
                </a:ext>
              </a:extLst>
            </p:cNvPr>
            <p:cNvSpPr/>
            <p:nvPr/>
          </p:nvSpPr>
          <p:spPr>
            <a:xfrm>
              <a:off x="2611058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954;p53">
              <a:extLst>
                <a:ext uri="{FF2B5EF4-FFF2-40B4-BE49-F238E27FC236}">
                  <a16:creationId xmlns:a16="http://schemas.microsoft.com/office/drawing/2014/main" id="{F41878A8-0647-827C-79EE-25912DF0DB75}"/>
                </a:ext>
              </a:extLst>
            </p:cNvPr>
            <p:cNvSpPr/>
            <p:nvPr/>
          </p:nvSpPr>
          <p:spPr>
            <a:xfrm>
              <a:off x="2611058" y="341919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955;p53">
              <a:extLst>
                <a:ext uri="{FF2B5EF4-FFF2-40B4-BE49-F238E27FC236}">
                  <a16:creationId xmlns:a16="http://schemas.microsoft.com/office/drawing/2014/main" id="{B71838C7-3619-B4A5-1024-28A8E345956D}"/>
                </a:ext>
              </a:extLst>
            </p:cNvPr>
            <p:cNvSpPr/>
            <p:nvPr/>
          </p:nvSpPr>
          <p:spPr>
            <a:xfrm>
              <a:off x="2611058" y="3364515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956;p53">
              <a:extLst>
                <a:ext uri="{FF2B5EF4-FFF2-40B4-BE49-F238E27FC236}">
                  <a16:creationId xmlns:a16="http://schemas.microsoft.com/office/drawing/2014/main" id="{3D33ADB4-014F-5760-CAAA-D83707E8B79D}"/>
                </a:ext>
              </a:extLst>
            </p:cNvPr>
            <p:cNvSpPr/>
            <p:nvPr/>
          </p:nvSpPr>
          <p:spPr>
            <a:xfrm>
              <a:off x="2611058" y="3309849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957;p53">
              <a:extLst>
                <a:ext uri="{FF2B5EF4-FFF2-40B4-BE49-F238E27FC236}">
                  <a16:creationId xmlns:a16="http://schemas.microsoft.com/office/drawing/2014/main" id="{813F402A-2621-EEAF-EFB7-D4205D928E07}"/>
                </a:ext>
              </a:extLst>
            </p:cNvPr>
            <p:cNvSpPr/>
            <p:nvPr/>
          </p:nvSpPr>
          <p:spPr>
            <a:xfrm>
              <a:off x="2556518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958;p53">
              <a:extLst>
                <a:ext uri="{FF2B5EF4-FFF2-40B4-BE49-F238E27FC236}">
                  <a16:creationId xmlns:a16="http://schemas.microsoft.com/office/drawing/2014/main" id="{CA1151E0-BCD8-B7E0-B14A-19365DD63CCF}"/>
                </a:ext>
              </a:extLst>
            </p:cNvPr>
            <p:cNvSpPr/>
            <p:nvPr/>
          </p:nvSpPr>
          <p:spPr>
            <a:xfrm>
              <a:off x="2556518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959;p53">
              <a:extLst>
                <a:ext uri="{FF2B5EF4-FFF2-40B4-BE49-F238E27FC236}">
                  <a16:creationId xmlns:a16="http://schemas.microsoft.com/office/drawing/2014/main" id="{D2D6D810-32FF-77E7-6CD1-5405ABA8ED31}"/>
                </a:ext>
              </a:extLst>
            </p:cNvPr>
            <p:cNvSpPr/>
            <p:nvPr/>
          </p:nvSpPr>
          <p:spPr>
            <a:xfrm>
              <a:off x="2556518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960;p53">
              <a:extLst>
                <a:ext uri="{FF2B5EF4-FFF2-40B4-BE49-F238E27FC236}">
                  <a16:creationId xmlns:a16="http://schemas.microsoft.com/office/drawing/2014/main" id="{89798546-8B3F-F8AB-B028-F23302B55CEE}"/>
                </a:ext>
              </a:extLst>
            </p:cNvPr>
            <p:cNvSpPr/>
            <p:nvPr/>
          </p:nvSpPr>
          <p:spPr>
            <a:xfrm>
              <a:off x="2556518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961;p53">
              <a:extLst>
                <a:ext uri="{FF2B5EF4-FFF2-40B4-BE49-F238E27FC236}">
                  <a16:creationId xmlns:a16="http://schemas.microsoft.com/office/drawing/2014/main" id="{A5FF5288-BE7D-9D21-68FC-DF504E985BD7}"/>
                </a:ext>
              </a:extLst>
            </p:cNvPr>
            <p:cNvSpPr/>
            <p:nvPr/>
          </p:nvSpPr>
          <p:spPr>
            <a:xfrm>
              <a:off x="2556375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962;p53">
              <a:extLst>
                <a:ext uri="{FF2B5EF4-FFF2-40B4-BE49-F238E27FC236}">
                  <a16:creationId xmlns:a16="http://schemas.microsoft.com/office/drawing/2014/main" id="{551F174B-2AE5-E23D-DEEF-772730BD6F18}"/>
                </a:ext>
              </a:extLst>
            </p:cNvPr>
            <p:cNvSpPr/>
            <p:nvPr/>
          </p:nvSpPr>
          <p:spPr>
            <a:xfrm>
              <a:off x="2556375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963;p53">
              <a:extLst>
                <a:ext uri="{FF2B5EF4-FFF2-40B4-BE49-F238E27FC236}">
                  <a16:creationId xmlns:a16="http://schemas.microsoft.com/office/drawing/2014/main" id="{CBA9DC05-9AD4-2631-0630-79E37C305919}"/>
                </a:ext>
              </a:extLst>
            </p:cNvPr>
            <p:cNvSpPr/>
            <p:nvPr/>
          </p:nvSpPr>
          <p:spPr>
            <a:xfrm>
              <a:off x="255637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964;p53">
              <a:extLst>
                <a:ext uri="{FF2B5EF4-FFF2-40B4-BE49-F238E27FC236}">
                  <a16:creationId xmlns:a16="http://schemas.microsoft.com/office/drawing/2014/main" id="{D35B617D-DB81-F009-9EC0-47A579DB2D90}"/>
                </a:ext>
              </a:extLst>
            </p:cNvPr>
            <p:cNvSpPr/>
            <p:nvPr/>
          </p:nvSpPr>
          <p:spPr>
            <a:xfrm>
              <a:off x="2556518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965;p53">
              <a:extLst>
                <a:ext uri="{FF2B5EF4-FFF2-40B4-BE49-F238E27FC236}">
                  <a16:creationId xmlns:a16="http://schemas.microsoft.com/office/drawing/2014/main" id="{4B6E6D8E-C9DE-C772-4FCD-2B8DE4F2CA5E}"/>
                </a:ext>
              </a:extLst>
            </p:cNvPr>
            <p:cNvSpPr/>
            <p:nvPr/>
          </p:nvSpPr>
          <p:spPr>
            <a:xfrm>
              <a:off x="2556518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966;p53">
              <a:extLst>
                <a:ext uri="{FF2B5EF4-FFF2-40B4-BE49-F238E27FC236}">
                  <a16:creationId xmlns:a16="http://schemas.microsoft.com/office/drawing/2014/main" id="{0C927294-C2FC-C9F7-20BC-640AA939C763}"/>
                </a:ext>
              </a:extLst>
            </p:cNvPr>
            <p:cNvSpPr/>
            <p:nvPr/>
          </p:nvSpPr>
          <p:spPr>
            <a:xfrm>
              <a:off x="2556375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967;p53">
              <a:extLst>
                <a:ext uri="{FF2B5EF4-FFF2-40B4-BE49-F238E27FC236}">
                  <a16:creationId xmlns:a16="http://schemas.microsoft.com/office/drawing/2014/main" id="{881E8154-A660-CC0B-A576-742063520F75}"/>
                </a:ext>
              </a:extLst>
            </p:cNvPr>
            <p:cNvSpPr/>
            <p:nvPr/>
          </p:nvSpPr>
          <p:spPr>
            <a:xfrm>
              <a:off x="2556375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968;p53">
              <a:extLst>
                <a:ext uri="{FF2B5EF4-FFF2-40B4-BE49-F238E27FC236}">
                  <a16:creationId xmlns:a16="http://schemas.microsoft.com/office/drawing/2014/main" id="{E95A7F32-CFDE-3BF3-65F7-60F17300A31B}"/>
                </a:ext>
              </a:extLst>
            </p:cNvPr>
            <p:cNvSpPr/>
            <p:nvPr/>
          </p:nvSpPr>
          <p:spPr>
            <a:xfrm>
              <a:off x="255637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969;p53">
              <a:extLst>
                <a:ext uri="{FF2B5EF4-FFF2-40B4-BE49-F238E27FC236}">
                  <a16:creationId xmlns:a16="http://schemas.microsoft.com/office/drawing/2014/main" id="{9F3CED4F-34F1-C4A8-8C0F-9F84547A34BF}"/>
                </a:ext>
              </a:extLst>
            </p:cNvPr>
            <p:cNvSpPr/>
            <p:nvPr/>
          </p:nvSpPr>
          <p:spPr>
            <a:xfrm>
              <a:off x="255637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970;p53">
              <a:extLst>
                <a:ext uri="{FF2B5EF4-FFF2-40B4-BE49-F238E27FC236}">
                  <a16:creationId xmlns:a16="http://schemas.microsoft.com/office/drawing/2014/main" id="{303DFB75-F7B4-29FC-788D-C1966A03B742}"/>
                </a:ext>
              </a:extLst>
            </p:cNvPr>
            <p:cNvSpPr/>
            <p:nvPr/>
          </p:nvSpPr>
          <p:spPr>
            <a:xfrm>
              <a:off x="2556375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971;p53">
              <a:extLst>
                <a:ext uri="{FF2B5EF4-FFF2-40B4-BE49-F238E27FC236}">
                  <a16:creationId xmlns:a16="http://schemas.microsoft.com/office/drawing/2014/main" id="{D4325192-7759-C4E1-504D-D9C7A17FE028}"/>
                </a:ext>
              </a:extLst>
            </p:cNvPr>
            <p:cNvSpPr/>
            <p:nvPr/>
          </p:nvSpPr>
          <p:spPr>
            <a:xfrm>
              <a:off x="2501852" y="402032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972;p53">
              <a:extLst>
                <a:ext uri="{FF2B5EF4-FFF2-40B4-BE49-F238E27FC236}">
                  <a16:creationId xmlns:a16="http://schemas.microsoft.com/office/drawing/2014/main" id="{5A313D70-4E5A-FFCB-B565-E2D36E32527E}"/>
                </a:ext>
              </a:extLst>
            </p:cNvPr>
            <p:cNvSpPr/>
            <p:nvPr/>
          </p:nvSpPr>
          <p:spPr>
            <a:xfrm>
              <a:off x="2501852" y="3965661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973;p53">
              <a:extLst>
                <a:ext uri="{FF2B5EF4-FFF2-40B4-BE49-F238E27FC236}">
                  <a16:creationId xmlns:a16="http://schemas.microsoft.com/office/drawing/2014/main" id="{B80104C6-B3C0-CF9D-F19D-FB02C6D42DE4}"/>
                </a:ext>
              </a:extLst>
            </p:cNvPr>
            <p:cNvSpPr/>
            <p:nvPr/>
          </p:nvSpPr>
          <p:spPr>
            <a:xfrm>
              <a:off x="2501852" y="3911120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974;p53">
              <a:extLst>
                <a:ext uri="{FF2B5EF4-FFF2-40B4-BE49-F238E27FC236}">
                  <a16:creationId xmlns:a16="http://schemas.microsoft.com/office/drawing/2014/main" id="{04815081-C8E8-C3FF-24A1-9742D6F38109}"/>
                </a:ext>
              </a:extLst>
            </p:cNvPr>
            <p:cNvSpPr/>
            <p:nvPr/>
          </p:nvSpPr>
          <p:spPr>
            <a:xfrm>
              <a:off x="2501852" y="385645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975;p53">
              <a:extLst>
                <a:ext uri="{FF2B5EF4-FFF2-40B4-BE49-F238E27FC236}">
                  <a16:creationId xmlns:a16="http://schemas.microsoft.com/office/drawing/2014/main" id="{534D3C85-CD73-76E2-AD03-2C94CA431AA8}"/>
                </a:ext>
              </a:extLst>
            </p:cNvPr>
            <p:cNvSpPr/>
            <p:nvPr/>
          </p:nvSpPr>
          <p:spPr>
            <a:xfrm>
              <a:off x="2501852" y="380177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976;p53">
              <a:extLst>
                <a:ext uri="{FF2B5EF4-FFF2-40B4-BE49-F238E27FC236}">
                  <a16:creationId xmlns:a16="http://schemas.microsoft.com/office/drawing/2014/main" id="{5AF81D50-BDAE-BC12-FCE8-D5A9AE8FDABB}"/>
                </a:ext>
              </a:extLst>
            </p:cNvPr>
            <p:cNvSpPr/>
            <p:nvPr/>
          </p:nvSpPr>
          <p:spPr>
            <a:xfrm>
              <a:off x="250169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977;p53">
              <a:extLst>
                <a:ext uri="{FF2B5EF4-FFF2-40B4-BE49-F238E27FC236}">
                  <a16:creationId xmlns:a16="http://schemas.microsoft.com/office/drawing/2014/main" id="{F152368F-88C3-B462-61EF-8EFEB4CAD0D3}"/>
                </a:ext>
              </a:extLst>
            </p:cNvPr>
            <p:cNvSpPr/>
            <p:nvPr/>
          </p:nvSpPr>
          <p:spPr>
            <a:xfrm>
              <a:off x="2501852" y="3692564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978;p53">
              <a:extLst>
                <a:ext uri="{FF2B5EF4-FFF2-40B4-BE49-F238E27FC236}">
                  <a16:creationId xmlns:a16="http://schemas.microsoft.com/office/drawing/2014/main" id="{07149F4D-1F9A-CC70-9C27-3A4B83CC7030}"/>
                </a:ext>
              </a:extLst>
            </p:cNvPr>
            <p:cNvSpPr/>
            <p:nvPr/>
          </p:nvSpPr>
          <p:spPr>
            <a:xfrm>
              <a:off x="2501691" y="3637755"/>
              <a:ext cx="44927" cy="38363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979;p53">
              <a:extLst>
                <a:ext uri="{FF2B5EF4-FFF2-40B4-BE49-F238E27FC236}">
                  <a16:creationId xmlns:a16="http://schemas.microsoft.com/office/drawing/2014/main" id="{7C042808-A737-DF52-86C9-4E2AE1FCFB8D}"/>
                </a:ext>
              </a:extLst>
            </p:cNvPr>
            <p:cNvSpPr/>
            <p:nvPr/>
          </p:nvSpPr>
          <p:spPr>
            <a:xfrm>
              <a:off x="2501852" y="3583071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980;p53">
              <a:extLst>
                <a:ext uri="{FF2B5EF4-FFF2-40B4-BE49-F238E27FC236}">
                  <a16:creationId xmlns:a16="http://schemas.microsoft.com/office/drawing/2014/main" id="{D8881C95-CC1E-BFF8-3287-DEF83658220C}"/>
                </a:ext>
              </a:extLst>
            </p:cNvPr>
            <p:cNvSpPr/>
            <p:nvPr/>
          </p:nvSpPr>
          <p:spPr>
            <a:xfrm>
              <a:off x="2501852" y="3528405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981;p53">
              <a:extLst>
                <a:ext uri="{FF2B5EF4-FFF2-40B4-BE49-F238E27FC236}">
                  <a16:creationId xmlns:a16="http://schemas.microsoft.com/office/drawing/2014/main" id="{947F92B2-5F7A-CBBC-3F16-BBEBAFED027B}"/>
                </a:ext>
              </a:extLst>
            </p:cNvPr>
            <p:cNvSpPr/>
            <p:nvPr/>
          </p:nvSpPr>
          <p:spPr>
            <a:xfrm>
              <a:off x="2501852" y="3473865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982;p53">
              <a:extLst>
                <a:ext uri="{FF2B5EF4-FFF2-40B4-BE49-F238E27FC236}">
                  <a16:creationId xmlns:a16="http://schemas.microsoft.com/office/drawing/2014/main" id="{938058BC-4C88-4A9B-3DDC-3823C31CF0EF}"/>
                </a:ext>
              </a:extLst>
            </p:cNvPr>
            <p:cNvSpPr/>
            <p:nvPr/>
          </p:nvSpPr>
          <p:spPr>
            <a:xfrm>
              <a:off x="2501852" y="34191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983;p53">
              <a:extLst>
                <a:ext uri="{FF2B5EF4-FFF2-40B4-BE49-F238E27FC236}">
                  <a16:creationId xmlns:a16="http://schemas.microsoft.com/office/drawing/2014/main" id="{3785E381-68C1-4AC3-9A02-18A29CFC7A40}"/>
                </a:ext>
              </a:extLst>
            </p:cNvPr>
            <p:cNvSpPr/>
            <p:nvPr/>
          </p:nvSpPr>
          <p:spPr>
            <a:xfrm>
              <a:off x="2501852" y="3364515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984;p53">
              <a:extLst>
                <a:ext uri="{FF2B5EF4-FFF2-40B4-BE49-F238E27FC236}">
                  <a16:creationId xmlns:a16="http://schemas.microsoft.com/office/drawing/2014/main" id="{8BDFBF16-EDB6-6E36-0276-CDA25C7B9869}"/>
                </a:ext>
              </a:extLst>
            </p:cNvPr>
            <p:cNvSpPr/>
            <p:nvPr/>
          </p:nvSpPr>
          <p:spPr>
            <a:xfrm>
              <a:off x="25017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985;p53">
              <a:extLst>
                <a:ext uri="{FF2B5EF4-FFF2-40B4-BE49-F238E27FC236}">
                  <a16:creationId xmlns:a16="http://schemas.microsoft.com/office/drawing/2014/main" id="{838FF83C-5836-724D-E1B7-131DE938E78B}"/>
                </a:ext>
              </a:extLst>
            </p:cNvPr>
            <p:cNvSpPr/>
            <p:nvPr/>
          </p:nvSpPr>
          <p:spPr>
            <a:xfrm>
              <a:off x="25017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986;p53">
              <a:extLst>
                <a:ext uri="{FF2B5EF4-FFF2-40B4-BE49-F238E27FC236}">
                  <a16:creationId xmlns:a16="http://schemas.microsoft.com/office/drawing/2014/main" id="{E1DA8BE9-A485-6E5B-AFF2-32AE2406C704}"/>
                </a:ext>
              </a:extLst>
            </p:cNvPr>
            <p:cNvSpPr/>
            <p:nvPr/>
          </p:nvSpPr>
          <p:spPr>
            <a:xfrm>
              <a:off x="2501852" y="3200643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987;p53">
              <a:extLst>
                <a:ext uri="{FF2B5EF4-FFF2-40B4-BE49-F238E27FC236}">
                  <a16:creationId xmlns:a16="http://schemas.microsoft.com/office/drawing/2014/main" id="{60F876B1-9D43-C701-1D2C-133F3BE9127F}"/>
                </a:ext>
              </a:extLst>
            </p:cNvPr>
            <p:cNvSpPr/>
            <p:nvPr/>
          </p:nvSpPr>
          <p:spPr>
            <a:xfrm>
              <a:off x="250185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988;p53">
              <a:extLst>
                <a:ext uri="{FF2B5EF4-FFF2-40B4-BE49-F238E27FC236}">
                  <a16:creationId xmlns:a16="http://schemas.microsoft.com/office/drawing/2014/main" id="{0041E193-E7B7-D359-28D7-80260781335D}"/>
                </a:ext>
              </a:extLst>
            </p:cNvPr>
            <p:cNvSpPr/>
            <p:nvPr/>
          </p:nvSpPr>
          <p:spPr>
            <a:xfrm>
              <a:off x="244702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989;p53">
              <a:extLst>
                <a:ext uri="{FF2B5EF4-FFF2-40B4-BE49-F238E27FC236}">
                  <a16:creationId xmlns:a16="http://schemas.microsoft.com/office/drawing/2014/main" id="{27D1B0D2-4777-26B5-AE37-36EACC51463B}"/>
                </a:ext>
              </a:extLst>
            </p:cNvPr>
            <p:cNvSpPr/>
            <p:nvPr/>
          </p:nvSpPr>
          <p:spPr>
            <a:xfrm>
              <a:off x="2447025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990;p53">
              <a:extLst>
                <a:ext uri="{FF2B5EF4-FFF2-40B4-BE49-F238E27FC236}">
                  <a16:creationId xmlns:a16="http://schemas.microsoft.com/office/drawing/2014/main" id="{07D722AE-58FC-17C8-2899-6F85B288ED8D}"/>
                </a:ext>
              </a:extLst>
            </p:cNvPr>
            <p:cNvSpPr/>
            <p:nvPr/>
          </p:nvSpPr>
          <p:spPr>
            <a:xfrm>
              <a:off x="2447025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991;p53">
              <a:extLst>
                <a:ext uri="{FF2B5EF4-FFF2-40B4-BE49-F238E27FC236}">
                  <a16:creationId xmlns:a16="http://schemas.microsoft.com/office/drawing/2014/main" id="{18B0742D-FEE8-2EA3-56B3-9C14168852BE}"/>
                </a:ext>
              </a:extLst>
            </p:cNvPr>
            <p:cNvSpPr/>
            <p:nvPr/>
          </p:nvSpPr>
          <p:spPr>
            <a:xfrm>
              <a:off x="2447025" y="3911120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992;p53">
              <a:extLst>
                <a:ext uri="{FF2B5EF4-FFF2-40B4-BE49-F238E27FC236}">
                  <a16:creationId xmlns:a16="http://schemas.microsoft.com/office/drawing/2014/main" id="{9FBFC09A-6C3F-83C8-EDFD-B272479852D9}"/>
                </a:ext>
              </a:extLst>
            </p:cNvPr>
            <p:cNvSpPr/>
            <p:nvPr/>
          </p:nvSpPr>
          <p:spPr>
            <a:xfrm>
              <a:off x="2447025" y="385645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993;p53">
              <a:extLst>
                <a:ext uri="{FF2B5EF4-FFF2-40B4-BE49-F238E27FC236}">
                  <a16:creationId xmlns:a16="http://schemas.microsoft.com/office/drawing/2014/main" id="{7D0AF56E-2DF5-9986-561C-E5997DED97AA}"/>
                </a:ext>
              </a:extLst>
            </p:cNvPr>
            <p:cNvSpPr/>
            <p:nvPr/>
          </p:nvSpPr>
          <p:spPr>
            <a:xfrm>
              <a:off x="2447025" y="380177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994;p53">
              <a:extLst>
                <a:ext uri="{FF2B5EF4-FFF2-40B4-BE49-F238E27FC236}">
                  <a16:creationId xmlns:a16="http://schemas.microsoft.com/office/drawing/2014/main" id="{796F2E24-BB16-48F4-D28A-206D446EAD60}"/>
                </a:ext>
              </a:extLst>
            </p:cNvPr>
            <p:cNvSpPr/>
            <p:nvPr/>
          </p:nvSpPr>
          <p:spPr>
            <a:xfrm>
              <a:off x="2447025" y="3747105"/>
              <a:ext cx="44640" cy="38363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995;p53">
              <a:extLst>
                <a:ext uri="{FF2B5EF4-FFF2-40B4-BE49-F238E27FC236}">
                  <a16:creationId xmlns:a16="http://schemas.microsoft.com/office/drawing/2014/main" id="{42E3F83F-D76B-153B-7CD3-9D49B81E7BF3}"/>
                </a:ext>
              </a:extLst>
            </p:cNvPr>
            <p:cNvSpPr/>
            <p:nvPr/>
          </p:nvSpPr>
          <p:spPr>
            <a:xfrm>
              <a:off x="2447025" y="3692564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996;p53">
              <a:extLst>
                <a:ext uri="{FF2B5EF4-FFF2-40B4-BE49-F238E27FC236}">
                  <a16:creationId xmlns:a16="http://schemas.microsoft.com/office/drawing/2014/main" id="{9A9B88F5-9979-B792-A16B-12E62336EC8D}"/>
                </a:ext>
              </a:extLst>
            </p:cNvPr>
            <p:cNvSpPr/>
            <p:nvPr/>
          </p:nvSpPr>
          <p:spPr>
            <a:xfrm>
              <a:off x="2447025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997;p53">
              <a:extLst>
                <a:ext uri="{FF2B5EF4-FFF2-40B4-BE49-F238E27FC236}">
                  <a16:creationId xmlns:a16="http://schemas.microsoft.com/office/drawing/2014/main" id="{026572B5-6449-680C-0A78-B700A0FB1532}"/>
                </a:ext>
              </a:extLst>
            </p:cNvPr>
            <p:cNvSpPr/>
            <p:nvPr/>
          </p:nvSpPr>
          <p:spPr>
            <a:xfrm>
              <a:off x="2447025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998;p53">
              <a:extLst>
                <a:ext uri="{FF2B5EF4-FFF2-40B4-BE49-F238E27FC236}">
                  <a16:creationId xmlns:a16="http://schemas.microsoft.com/office/drawing/2014/main" id="{2CB10CD8-1D8E-74F7-D761-C67169FE30F1}"/>
                </a:ext>
              </a:extLst>
            </p:cNvPr>
            <p:cNvSpPr/>
            <p:nvPr/>
          </p:nvSpPr>
          <p:spPr>
            <a:xfrm>
              <a:off x="244702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999;p53">
              <a:extLst>
                <a:ext uri="{FF2B5EF4-FFF2-40B4-BE49-F238E27FC236}">
                  <a16:creationId xmlns:a16="http://schemas.microsoft.com/office/drawing/2014/main" id="{AA7AD05A-254F-CD19-FF69-26E98ECCE2C3}"/>
                </a:ext>
              </a:extLst>
            </p:cNvPr>
            <p:cNvSpPr/>
            <p:nvPr/>
          </p:nvSpPr>
          <p:spPr>
            <a:xfrm>
              <a:off x="244702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000;p53">
              <a:extLst>
                <a:ext uri="{FF2B5EF4-FFF2-40B4-BE49-F238E27FC236}">
                  <a16:creationId xmlns:a16="http://schemas.microsoft.com/office/drawing/2014/main" id="{B9047DAF-4936-99AC-7AC1-0993B6B0AFEC}"/>
                </a:ext>
              </a:extLst>
            </p:cNvPr>
            <p:cNvSpPr/>
            <p:nvPr/>
          </p:nvSpPr>
          <p:spPr>
            <a:xfrm>
              <a:off x="244702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001;p53">
              <a:extLst>
                <a:ext uri="{FF2B5EF4-FFF2-40B4-BE49-F238E27FC236}">
                  <a16:creationId xmlns:a16="http://schemas.microsoft.com/office/drawing/2014/main" id="{25952666-A8A1-9E98-7F90-54F6C02BCCB3}"/>
                </a:ext>
              </a:extLst>
            </p:cNvPr>
            <p:cNvSpPr/>
            <p:nvPr/>
          </p:nvSpPr>
          <p:spPr>
            <a:xfrm>
              <a:off x="2447025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002;p53">
              <a:extLst>
                <a:ext uri="{FF2B5EF4-FFF2-40B4-BE49-F238E27FC236}">
                  <a16:creationId xmlns:a16="http://schemas.microsoft.com/office/drawing/2014/main" id="{81483D3E-AB52-3893-C965-06B3CF93CB31}"/>
                </a:ext>
              </a:extLst>
            </p:cNvPr>
            <p:cNvSpPr/>
            <p:nvPr/>
          </p:nvSpPr>
          <p:spPr>
            <a:xfrm>
              <a:off x="2447025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003;p53">
              <a:extLst>
                <a:ext uri="{FF2B5EF4-FFF2-40B4-BE49-F238E27FC236}">
                  <a16:creationId xmlns:a16="http://schemas.microsoft.com/office/drawing/2014/main" id="{BE222B13-2BE0-5F8A-6F77-E46BEB38219B}"/>
                </a:ext>
              </a:extLst>
            </p:cNvPr>
            <p:cNvSpPr/>
            <p:nvPr/>
          </p:nvSpPr>
          <p:spPr>
            <a:xfrm>
              <a:off x="2447025" y="3255166"/>
              <a:ext cx="44784" cy="38381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004;p53">
              <a:extLst>
                <a:ext uri="{FF2B5EF4-FFF2-40B4-BE49-F238E27FC236}">
                  <a16:creationId xmlns:a16="http://schemas.microsoft.com/office/drawing/2014/main" id="{8D5FC513-AAC9-8556-3A61-9431ED71B28F}"/>
                </a:ext>
              </a:extLst>
            </p:cNvPr>
            <p:cNvSpPr/>
            <p:nvPr/>
          </p:nvSpPr>
          <p:spPr>
            <a:xfrm>
              <a:off x="2447025" y="3200643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005;p53">
              <a:extLst>
                <a:ext uri="{FF2B5EF4-FFF2-40B4-BE49-F238E27FC236}">
                  <a16:creationId xmlns:a16="http://schemas.microsoft.com/office/drawing/2014/main" id="{36D8CA75-BB1C-8C05-64A0-37FF23D1026A}"/>
                </a:ext>
              </a:extLst>
            </p:cNvPr>
            <p:cNvSpPr/>
            <p:nvPr/>
          </p:nvSpPr>
          <p:spPr>
            <a:xfrm>
              <a:off x="244702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006;p53">
              <a:extLst>
                <a:ext uri="{FF2B5EF4-FFF2-40B4-BE49-F238E27FC236}">
                  <a16:creationId xmlns:a16="http://schemas.microsoft.com/office/drawing/2014/main" id="{8EC4F931-C96F-230C-F6A0-7CBB0B20B506}"/>
                </a:ext>
              </a:extLst>
            </p:cNvPr>
            <p:cNvSpPr/>
            <p:nvPr/>
          </p:nvSpPr>
          <p:spPr>
            <a:xfrm>
              <a:off x="244702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007;p53">
              <a:extLst>
                <a:ext uri="{FF2B5EF4-FFF2-40B4-BE49-F238E27FC236}">
                  <a16:creationId xmlns:a16="http://schemas.microsoft.com/office/drawing/2014/main" id="{B0DAD417-F9CE-8165-3D30-2F91C5DE3347}"/>
                </a:ext>
              </a:extLst>
            </p:cNvPr>
            <p:cNvSpPr/>
            <p:nvPr/>
          </p:nvSpPr>
          <p:spPr>
            <a:xfrm>
              <a:off x="244702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008;p53">
              <a:extLst>
                <a:ext uri="{FF2B5EF4-FFF2-40B4-BE49-F238E27FC236}">
                  <a16:creationId xmlns:a16="http://schemas.microsoft.com/office/drawing/2014/main" id="{7C475042-1C6E-400D-330E-84A211723716}"/>
                </a:ext>
              </a:extLst>
            </p:cNvPr>
            <p:cNvSpPr/>
            <p:nvPr/>
          </p:nvSpPr>
          <p:spPr>
            <a:xfrm>
              <a:off x="2392341" y="4238882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009;p53">
              <a:extLst>
                <a:ext uri="{FF2B5EF4-FFF2-40B4-BE49-F238E27FC236}">
                  <a16:creationId xmlns:a16="http://schemas.microsoft.com/office/drawing/2014/main" id="{1B3C4839-F686-930C-44DE-69C5A7B58811}"/>
                </a:ext>
              </a:extLst>
            </p:cNvPr>
            <p:cNvSpPr/>
            <p:nvPr/>
          </p:nvSpPr>
          <p:spPr>
            <a:xfrm>
              <a:off x="2392341" y="4075010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010;p53">
              <a:extLst>
                <a:ext uri="{FF2B5EF4-FFF2-40B4-BE49-F238E27FC236}">
                  <a16:creationId xmlns:a16="http://schemas.microsoft.com/office/drawing/2014/main" id="{B614C612-7960-3C76-3D72-F14A3BAA7A36}"/>
                </a:ext>
              </a:extLst>
            </p:cNvPr>
            <p:cNvSpPr/>
            <p:nvPr/>
          </p:nvSpPr>
          <p:spPr>
            <a:xfrm>
              <a:off x="2392341" y="402032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011;p53">
              <a:extLst>
                <a:ext uri="{FF2B5EF4-FFF2-40B4-BE49-F238E27FC236}">
                  <a16:creationId xmlns:a16="http://schemas.microsoft.com/office/drawing/2014/main" id="{8C3317AB-4D4F-4E9D-9F47-912E51A0BFFC}"/>
                </a:ext>
              </a:extLst>
            </p:cNvPr>
            <p:cNvSpPr/>
            <p:nvPr/>
          </p:nvSpPr>
          <p:spPr>
            <a:xfrm>
              <a:off x="2392341" y="3965661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012;p53">
              <a:extLst>
                <a:ext uri="{FF2B5EF4-FFF2-40B4-BE49-F238E27FC236}">
                  <a16:creationId xmlns:a16="http://schemas.microsoft.com/office/drawing/2014/main" id="{333448BF-05D1-7271-2071-E5982B643BCA}"/>
                </a:ext>
              </a:extLst>
            </p:cNvPr>
            <p:cNvSpPr/>
            <p:nvPr/>
          </p:nvSpPr>
          <p:spPr>
            <a:xfrm>
              <a:off x="2392341" y="3911120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1013;p53">
              <a:extLst>
                <a:ext uri="{FF2B5EF4-FFF2-40B4-BE49-F238E27FC236}">
                  <a16:creationId xmlns:a16="http://schemas.microsoft.com/office/drawing/2014/main" id="{EB5BA2CA-00CF-31BD-BD6C-430C7B00F3E7}"/>
                </a:ext>
              </a:extLst>
            </p:cNvPr>
            <p:cNvSpPr/>
            <p:nvPr/>
          </p:nvSpPr>
          <p:spPr>
            <a:xfrm>
              <a:off x="2392341" y="385645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1014;p53">
              <a:extLst>
                <a:ext uri="{FF2B5EF4-FFF2-40B4-BE49-F238E27FC236}">
                  <a16:creationId xmlns:a16="http://schemas.microsoft.com/office/drawing/2014/main" id="{DE71081C-F1CA-9F91-5E02-2C60B649630C}"/>
                </a:ext>
              </a:extLst>
            </p:cNvPr>
            <p:cNvSpPr/>
            <p:nvPr/>
          </p:nvSpPr>
          <p:spPr>
            <a:xfrm>
              <a:off x="2392341" y="380177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015;p53">
              <a:extLst>
                <a:ext uri="{FF2B5EF4-FFF2-40B4-BE49-F238E27FC236}">
                  <a16:creationId xmlns:a16="http://schemas.microsoft.com/office/drawing/2014/main" id="{0975FB7A-E763-548C-09B2-77E1D2B40495}"/>
                </a:ext>
              </a:extLst>
            </p:cNvPr>
            <p:cNvSpPr/>
            <p:nvPr/>
          </p:nvSpPr>
          <p:spPr>
            <a:xfrm>
              <a:off x="2392341" y="374710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016;p53">
              <a:extLst>
                <a:ext uri="{FF2B5EF4-FFF2-40B4-BE49-F238E27FC236}">
                  <a16:creationId xmlns:a16="http://schemas.microsoft.com/office/drawing/2014/main" id="{83306D81-B6B3-D923-7265-40C643F98E92}"/>
                </a:ext>
              </a:extLst>
            </p:cNvPr>
            <p:cNvSpPr/>
            <p:nvPr/>
          </p:nvSpPr>
          <p:spPr>
            <a:xfrm>
              <a:off x="2392341" y="3692564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017;p53">
              <a:extLst>
                <a:ext uri="{FF2B5EF4-FFF2-40B4-BE49-F238E27FC236}">
                  <a16:creationId xmlns:a16="http://schemas.microsoft.com/office/drawing/2014/main" id="{CB795532-2F89-01AB-E6A0-A08748EFFA29}"/>
                </a:ext>
              </a:extLst>
            </p:cNvPr>
            <p:cNvSpPr/>
            <p:nvPr/>
          </p:nvSpPr>
          <p:spPr>
            <a:xfrm>
              <a:off x="2392341" y="3637755"/>
              <a:ext cx="44784" cy="38363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018;p53">
              <a:extLst>
                <a:ext uri="{FF2B5EF4-FFF2-40B4-BE49-F238E27FC236}">
                  <a16:creationId xmlns:a16="http://schemas.microsoft.com/office/drawing/2014/main" id="{AE8FB685-0929-21DD-5185-D41D8CCCACC9}"/>
                </a:ext>
              </a:extLst>
            </p:cNvPr>
            <p:cNvSpPr/>
            <p:nvPr/>
          </p:nvSpPr>
          <p:spPr>
            <a:xfrm>
              <a:off x="2392341" y="3583071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019;p53">
              <a:extLst>
                <a:ext uri="{FF2B5EF4-FFF2-40B4-BE49-F238E27FC236}">
                  <a16:creationId xmlns:a16="http://schemas.microsoft.com/office/drawing/2014/main" id="{3A71AC57-B712-2566-C2C5-8CF85A821B65}"/>
                </a:ext>
              </a:extLst>
            </p:cNvPr>
            <p:cNvSpPr/>
            <p:nvPr/>
          </p:nvSpPr>
          <p:spPr>
            <a:xfrm>
              <a:off x="2392341" y="3528405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020;p53">
              <a:extLst>
                <a:ext uri="{FF2B5EF4-FFF2-40B4-BE49-F238E27FC236}">
                  <a16:creationId xmlns:a16="http://schemas.microsoft.com/office/drawing/2014/main" id="{53C6C43B-500E-98DB-E993-3D207D9FA88D}"/>
                </a:ext>
              </a:extLst>
            </p:cNvPr>
            <p:cNvSpPr/>
            <p:nvPr/>
          </p:nvSpPr>
          <p:spPr>
            <a:xfrm>
              <a:off x="2392341" y="3473865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021;p53">
              <a:extLst>
                <a:ext uri="{FF2B5EF4-FFF2-40B4-BE49-F238E27FC236}">
                  <a16:creationId xmlns:a16="http://schemas.microsoft.com/office/drawing/2014/main" id="{F0C03D66-5792-6111-2287-69D0199ED30B}"/>
                </a:ext>
              </a:extLst>
            </p:cNvPr>
            <p:cNvSpPr/>
            <p:nvPr/>
          </p:nvSpPr>
          <p:spPr>
            <a:xfrm>
              <a:off x="2392341" y="341919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022;p53">
              <a:extLst>
                <a:ext uri="{FF2B5EF4-FFF2-40B4-BE49-F238E27FC236}">
                  <a16:creationId xmlns:a16="http://schemas.microsoft.com/office/drawing/2014/main" id="{F7D1CD9C-AA7F-F697-6C7E-2BBB41272E49}"/>
                </a:ext>
              </a:extLst>
            </p:cNvPr>
            <p:cNvSpPr/>
            <p:nvPr/>
          </p:nvSpPr>
          <p:spPr>
            <a:xfrm>
              <a:off x="2392341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023;p53">
              <a:extLst>
                <a:ext uri="{FF2B5EF4-FFF2-40B4-BE49-F238E27FC236}">
                  <a16:creationId xmlns:a16="http://schemas.microsoft.com/office/drawing/2014/main" id="{3DBAD200-032E-B58A-717C-CA83E6EEA4F1}"/>
                </a:ext>
              </a:extLst>
            </p:cNvPr>
            <p:cNvSpPr/>
            <p:nvPr/>
          </p:nvSpPr>
          <p:spPr>
            <a:xfrm>
              <a:off x="2392341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024;p53">
              <a:extLst>
                <a:ext uri="{FF2B5EF4-FFF2-40B4-BE49-F238E27FC236}">
                  <a16:creationId xmlns:a16="http://schemas.microsoft.com/office/drawing/2014/main" id="{323C2C39-1058-18EE-3935-E4EB2073B769}"/>
                </a:ext>
              </a:extLst>
            </p:cNvPr>
            <p:cNvSpPr/>
            <p:nvPr/>
          </p:nvSpPr>
          <p:spPr>
            <a:xfrm>
              <a:off x="2392341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025;p53">
              <a:extLst>
                <a:ext uri="{FF2B5EF4-FFF2-40B4-BE49-F238E27FC236}">
                  <a16:creationId xmlns:a16="http://schemas.microsoft.com/office/drawing/2014/main" id="{3465B188-C576-F0A3-B0F2-C8A7B7E33512}"/>
                </a:ext>
              </a:extLst>
            </p:cNvPr>
            <p:cNvSpPr/>
            <p:nvPr/>
          </p:nvSpPr>
          <p:spPr>
            <a:xfrm>
              <a:off x="2392341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026;p53">
              <a:extLst>
                <a:ext uri="{FF2B5EF4-FFF2-40B4-BE49-F238E27FC236}">
                  <a16:creationId xmlns:a16="http://schemas.microsoft.com/office/drawing/2014/main" id="{3159C4D5-A205-B438-33C4-55CFD155AB74}"/>
                </a:ext>
              </a:extLst>
            </p:cNvPr>
            <p:cNvSpPr/>
            <p:nvPr/>
          </p:nvSpPr>
          <p:spPr>
            <a:xfrm>
              <a:off x="2392341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027;p53">
              <a:extLst>
                <a:ext uri="{FF2B5EF4-FFF2-40B4-BE49-F238E27FC236}">
                  <a16:creationId xmlns:a16="http://schemas.microsoft.com/office/drawing/2014/main" id="{E479AB23-BCD2-BAF3-D35A-733832D468A4}"/>
                </a:ext>
              </a:extLst>
            </p:cNvPr>
            <p:cNvSpPr/>
            <p:nvPr/>
          </p:nvSpPr>
          <p:spPr>
            <a:xfrm>
              <a:off x="2392341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028;p53">
              <a:extLst>
                <a:ext uri="{FF2B5EF4-FFF2-40B4-BE49-F238E27FC236}">
                  <a16:creationId xmlns:a16="http://schemas.microsoft.com/office/drawing/2014/main" id="{491C2BD9-5DCB-E56E-1647-5DFDFC63D636}"/>
                </a:ext>
              </a:extLst>
            </p:cNvPr>
            <p:cNvSpPr/>
            <p:nvPr/>
          </p:nvSpPr>
          <p:spPr>
            <a:xfrm>
              <a:off x="2392341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029;p53">
              <a:extLst>
                <a:ext uri="{FF2B5EF4-FFF2-40B4-BE49-F238E27FC236}">
                  <a16:creationId xmlns:a16="http://schemas.microsoft.com/office/drawing/2014/main" id="{B74416C7-7FDA-D76C-A1C3-B60A11FC1F27}"/>
                </a:ext>
              </a:extLst>
            </p:cNvPr>
            <p:cNvSpPr/>
            <p:nvPr/>
          </p:nvSpPr>
          <p:spPr>
            <a:xfrm>
              <a:off x="2392341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1030;p53">
              <a:extLst>
                <a:ext uri="{FF2B5EF4-FFF2-40B4-BE49-F238E27FC236}">
                  <a16:creationId xmlns:a16="http://schemas.microsoft.com/office/drawing/2014/main" id="{989A327F-B987-B6C3-0478-09EFDA5ABD3A}"/>
                </a:ext>
              </a:extLst>
            </p:cNvPr>
            <p:cNvSpPr/>
            <p:nvPr/>
          </p:nvSpPr>
          <p:spPr>
            <a:xfrm>
              <a:off x="2392341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031;p53">
              <a:extLst>
                <a:ext uri="{FF2B5EF4-FFF2-40B4-BE49-F238E27FC236}">
                  <a16:creationId xmlns:a16="http://schemas.microsoft.com/office/drawing/2014/main" id="{0F0A63C0-7541-41D6-5838-07FCEC165528}"/>
                </a:ext>
              </a:extLst>
            </p:cNvPr>
            <p:cNvSpPr/>
            <p:nvPr/>
          </p:nvSpPr>
          <p:spPr>
            <a:xfrm>
              <a:off x="2392341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032;p53">
              <a:extLst>
                <a:ext uri="{FF2B5EF4-FFF2-40B4-BE49-F238E27FC236}">
                  <a16:creationId xmlns:a16="http://schemas.microsoft.com/office/drawing/2014/main" id="{B01D9D8E-5CDA-950D-93BF-F3585A61F033}"/>
                </a:ext>
              </a:extLst>
            </p:cNvPr>
            <p:cNvSpPr/>
            <p:nvPr/>
          </p:nvSpPr>
          <p:spPr>
            <a:xfrm>
              <a:off x="2392341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033;p53">
              <a:extLst>
                <a:ext uri="{FF2B5EF4-FFF2-40B4-BE49-F238E27FC236}">
                  <a16:creationId xmlns:a16="http://schemas.microsoft.com/office/drawing/2014/main" id="{35A1D36B-82AC-5109-FAF5-7AD6357A1F20}"/>
                </a:ext>
              </a:extLst>
            </p:cNvPr>
            <p:cNvSpPr/>
            <p:nvPr/>
          </p:nvSpPr>
          <p:spPr>
            <a:xfrm>
              <a:off x="2392341" y="167046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034;p53">
              <a:extLst>
                <a:ext uri="{FF2B5EF4-FFF2-40B4-BE49-F238E27FC236}">
                  <a16:creationId xmlns:a16="http://schemas.microsoft.com/office/drawing/2014/main" id="{594F23AA-9090-6A3B-ACA0-F5112E27D8D2}"/>
                </a:ext>
              </a:extLst>
            </p:cNvPr>
            <p:cNvSpPr/>
            <p:nvPr/>
          </p:nvSpPr>
          <p:spPr>
            <a:xfrm>
              <a:off x="2337819" y="4238882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035;p53">
              <a:extLst>
                <a:ext uri="{FF2B5EF4-FFF2-40B4-BE49-F238E27FC236}">
                  <a16:creationId xmlns:a16="http://schemas.microsoft.com/office/drawing/2014/main" id="{62149E69-64CE-6868-8502-A7657740DC97}"/>
                </a:ext>
              </a:extLst>
            </p:cNvPr>
            <p:cNvSpPr/>
            <p:nvPr/>
          </p:nvSpPr>
          <p:spPr>
            <a:xfrm>
              <a:off x="2337819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036;p53">
              <a:extLst>
                <a:ext uri="{FF2B5EF4-FFF2-40B4-BE49-F238E27FC236}">
                  <a16:creationId xmlns:a16="http://schemas.microsoft.com/office/drawing/2014/main" id="{A72EC8B9-7AC4-BC04-89E3-747C88EDC200}"/>
                </a:ext>
              </a:extLst>
            </p:cNvPr>
            <p:cNvSpPr/>
            <p:nvPr/>
          </p:nvSpPr>
          <p:spPr>
            <a:xfrm>
              <a:off x="2337819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037;p53">
              <a:extLst>
                <a:ext uri="{FF2B5EF4-FFF2-40B4-BE49-F238E27FC236}">
                  <a16:creationId xmlns:a16="http://schemas.microsoft.com/office/drawing/2014/main" id="{34312DED-1E9F-245D-6B30-F3586E34E85D}"/>
                </a:ext>
              </a:extLst>
            </p:cNvPr>
            <p:cNvSpPr/>
            <p:nvPr/>
          </p:nvSpPr>
          <p:spPr>
            <a:xfrm>
              <a:off x="2337819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038;p53">
              <a:extLst>
                <a:ext uri="{FF2B5EF4-FFF2-40B4-BE49-F238E27FC236}">
                  <a16:creationId xmlns:a16="http://schemas.microsoft.com/office/drawing/2014/main" id="{AFBD56B1-6F99-C0AB-A374-0FDED5500DEF}"/>
                </a:ext>
              </a:extLst>
            </p:cNvPr>
            <p:cNvSpPr/>
            <p:nvPr/>
          </p:nvSpPr>
          <p:spPr>
            <a:xfrm>
              <a:off x="2337819" y="402032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039;p53">
              <a:extLst>
                <a:ext uri="{FF2B5EF4-FFF2-40B4-BE49-F238E27FC236}">
                  <a16:creationId xmlns:a16="http://schemas.microsoft.com/office/drawing/2014/main" id="{035446F9-AA20-5DA1-606E-8A2166B3AF30}"/>
                </a:ext>
              </a:extLst>
            </p:cNvPr>
            <p:cNvSpPr/>
            <p:nvPr/>
          </p:nvSpPr>
          <p:spPr>
            <a:xfrm>
              <a:off x="2337819" y="3965661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040;p53">
              <a:extLst>
                <a:ext uri="{FF2B5EF4-FFF2-40B4-BE49-F238E27FC236}">
                  <a16:creationId xmlns:a16="http://schemas.microsoft.com/office/drawing/2014/main" id="{3781CBF0-FA4C-C9BC-1176-7484DFE1E9AB}"/>
                </a:ext>
              </a:extLst>
            </p:cNvPr>
            <p:cNvSpPr/>
            <p:nvPr/>
          </p:nvSpPr>
          <p:spPr>
            <a:xfrm>
              <a:off x="2337819" y="3911120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041;p53">
              <a:extLst>
                <a:ext uri="{FF2B5EF4-FFF2-40B4-BE49-F238E27FC236}">
                  <a16:creationId xmlns:a16="http://schemas.microsoft.com/office/drawing/2014/main" id="{FC4CECC5-667C-CF02-CB63-DEA9ED302D7E}"/>
                </a:ext>
              </a:extLst>
            </p:cNvPr>
            <p:cNvSpPr/>
            <p:nvPr/>
          </p:nvSpPr>
          <p:spPr>
            <a:xfrm>
              <a:off x="2337819" y="3583071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042;p53">
              <a:extLst>
                <a:ext uri="{FF2B5EF4-FFF2-40B4-BE49-F238E27FC236}">
                  <a16:creationId xmlns:a16="http://schemas.microsoft.com/office/drawing/2014/main" id="{3576BF20-EDED-5C69-192F-5BCB7032AD20}"/>
                </a:ext>
              </a:extLst>
            </p:cNvPr>
            <p:cNvSpPr/>
            <p:nvPr/>
          </p:nvSpPr>
          <p:spPr>
            <a:xfrm>
              <a:off x="2337819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1043;p53">
              <a:extLst>
                <a:ext uri="{FF2B5EF4-FFF2-40B4-BE49-F238E27FC236}">
                  <a16:creationId xmlns:a16="http://schemas.microsoft.com/office/drawing/2014/main" id="{864C9864-2758-BCF2-3672-CF8122D6F7AF}"/>
                </a:ext>
              </a:extLst>
            </p:cNvPr>
            <p:cNvSpPr/>
            <p:nvPr/>
          </p:nvSpPr>
          <p:spPr>
            <a:xfrm>
              <a:off x="233781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1044;p53">
              <a:extLst>
                <a:ext uri="{FF2B5EF4-FFF2-40B4-BE49-F238E27FC236}">
                  <a16:creationId xmlns:a16="http://schemas.microsoft.com/office/drawing/2014/main" id="{162279BB-A918-F802-C80E-0DB4BBDBAA27}"/>
                </a:ext>
              </a:extLst>
            </p:cNvPr>
            <p:cNvSpPr/>
            <p:nvPr/>
          </p:nvSpPr>
          <p:spPr>
            <a:xfrm>
              <a:off x="233781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1045;p53">
              <a:extLst>
                <a:ext uri="{FF2B5EF4-FFF2-40B4-BE49-F238E27FC236}">
                  <a16:creationId xmlns:a16="http://schemas.microsoft.com/office/drawing/2014/main" id="{C8A6B04D-EDCC-28D9-C021-260BC5BEAD27}"/>
                </a:ext>
              </a:extLst>
            </p:cNvPr>
            <p:cNvSpPr/>
            <p:nvPr/>
          </p:nvSpPr>
          <p:spPr>
            <a:xfrm>
              <a:off x="2337711" y="3364515"/>
              <a:ext cx="44748" cy="38273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1046;p53">
              <a:extLst>
                <a:ext uri="{FF2B5EF4-FFF2-40B4-BE49-F238E27FC236}">
                  <a16:creationId xmlns:a16="http://schemas.microsoft.com/office/drawing/2014/main" id="{9B43A90A-BB6C-EDD9-1135-76184D000FE0}"/>
                </a:ext>
              </a:extLst>
            </p:cNvPr>
            <p:cNvSpPr/>
            <p:nvPr/>
          </p:nvSpPr>
          <p:spPr>
            <a:xfrm>
              <a:off x="2337711" y="3309849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1047;p53">
              <a:extLst>
                <a:ext uri="{FF2B5EF4-FFF2-40B4-BE49-F238E27FC236}">
                  <a16:creationId xmlns:a16="http://schemas.microsoft.com/office/drawing/2014/main" id="{3B929CE4-DECC-5FDC-F970-A2B9B4B93CEB}"/>
                </a:ext>
              </a:extLst>
            </p:cNvPr>
            <p:cNvSpPr/>
            <p:nvPr/>
          </p:nvSpPr>
          <p:spPr>
            <a:xfrm>
              <a:off x="2337711" y="3255166"/>
              <a:ext cx="44748" cy="38345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1048;p53">
              <a:extLst>
                <a:ext uri="{FF2B5EF4-FFF2-40B4-BE49-F238E27FC236}">
                  <a16:creationId xmlns:a16="http://schemas.microsoft.com/office/drawing/2014/main" id="{76481EC6-7B69-26F3-E437-1F40AE5447E1}"/>
                </a:ext>
              </a:extLst>
            </p:cNvPr>
            <p:cNvSpPr/>
            <p:nvPr/>
          </p:nvSpPr>
          <p:spPr>
            <a:xfrm>
              <a:off x="233781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049;p53">
              <a:extLst>
                <a:ext uri="{FF2B5EF4-FFF2-40B4-BE49-F238E27FC236}">
                  <a16:creationId xmlns:a16="http://schemas.microsoft.com/office/drawing/2014/main" id="{26E44935-28AC-F2AF-31A5-E7A3331163EB}"/>
                </a:ext>
              </a:extLst>
            </p:cNvPr>
            <p:cNvSpPr/>
            <p:nvPr/>
          </p:nvSpPr>
          <p:spPr>
            <a:xfrm>
              <a:off x="2337819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050;p53">
              <a:extLst>
                <a:ext uri="{FF2B5EF4-FFF2-40B4-BE49-F238E27FC236}">
                  <a16:creationId xmlns:a16="http://schemas.microsoft.com/office/drawing/2014/main" id="{2164AEC4-5214-6AE4-0079-78E4BB29EB1A}"/>
                </a:ext>
              </a:extLst>
            </p:cNvPr>
            <p:cNvSpPr/>
            <p:nvPr/>
          </p:nvSpPr>
          <p:spPr>
            <a:xfrm>
              <a:off x="233781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051;p53">
              <a:extLst>
                <a:ext uri="{FF2B5EF4-FFF2-40B4-BE49-F238E27FC236}">
                  <a16:creationId xmlns:a16="http://schemas.microsoft.com/office/drawing/2014/main" id="{C976CF46-AD37-8072-C52D-845A6FDF637B}"/>
                </a:ext>
              </a:extLst>
            </p:cNvPr>
            <p:cNvSpPr/>
            <p:nvPr/>
          </p:nvSpPr>
          <p:spPr>
            <a:xfrm>
              <a:off x="233781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052;p53">
              <a:extLst>
                <a:ext uri="{FF2B5EF4-FFF2-40B4-BE49-F238E27FC236}">
                  <a16:creationId xmlns:a16="http://schemas.microsoft.com/office/drawing/2014/main" id="{6DC85484-0BE4-27CE-F286-0C02331DC060}"/>
                </a:ext>
              </a:extLst>
            </p:cNvPr>
            <p:cNvSpPr/>
            <p:nvPr/>
          </p:nvSpPr>
          <p:spPr>
            <a:xfrm>
              <a:off x="233781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053;p53">
              <a:extLst>
                <a:ext uri="{FF2B5EF4-FFF2-40B4-BE49-F238E27FC236}">
                  <a16:creationId xmlns:a16="http://schemas.microsoft.com/office/drawing/2014/main" id="{E762FD0D-4FAF-CCF2-168D-29825798AE71}"/>
                </a:ext>
              </a:extLst>
            </p:cNvPr>
            <p:cNvSpPr/>
            <p:nvPr/>
          </p:nvSpPr>
          <p:spPr>
            <a:xfrm>
              <a:off x="233781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054;p53">
              <a:extLst>
                <a:ext uri="{FF2B5EF4-FFF2-40B4-BE49-F238E27FC236}">
                  <a16:creationId xmlns:a16="http://schemas.microsoft.com/office/drawing/2014/main" id="{8FC1DBB6-23A2-4F02-D196-C64463DD7CC1}"/>
                </a:ext>
              </a:extLst>
            </p:cNvPr>
            <p:cNvSpPr/>
            <p:nvPr/>
          </p:nvSpPr>
          <p:spPr>
            <a:xfrm>
              <a:off x="233781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055;p53">
              <a:extLst>
                <a:ext uri="{FF2B5EF4-FFF2-40B4-BE49-F238E27FC236}">
                  <a16:creationId xmlns:a16="http://schemas.microsoft.com/office/drawing/2014/main" id="{51C1F516-3C12-6876-1B6C-836444298E12}"/>
                </a:ext>
              </a:extLst>
            </p:cNvPr>
            <p:cNvSpPr/>
            <p:nvPr/>
          </p:nvSpPr>
          <p:spPr>
            <a:xfrm>
              <a:off x="233781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056;p53">
              <a:extLst>
                <a:ext uri="{FF2B5EF4-FFF2-40B4-BE49-F238E27FC236}">
                  <a16:creationId xmlns:a16="http://schemas.microsoft.com/office/drawing/2014/main" id="{2ADDFBDD-A4B0-DD81-014A-044B35FA3EF2}"/>
                </a:ext>
              </a:extLst>
            </p:cNvPr>
            <p:cNvSpPr/>
            <p:nvPr/>
          </p:nvSpPr>
          <p:spPr>
            <a:xfrm>
              <a:off x="233781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057;p53">
              <a:extLst>
                <a:ext uri="{FF2B5EF4-FFF2-40B4-BE49-F238E27FC236}">
                  <a16:creationId xmlns:a16="http://schemas.microsoft.com/office/drawing/2014/main" id="{D73CD1AC-4065-DAC3-175E-2C11C9785D86}"/>
                </a:ext>
              </a:extLst>
            </p:cNvPr>
            <p:cNvSpPr/>
            <p:nvPr/>
          </p:nvSpPr>
          <p:spPr>
            <a:xfrm>
              <a:off x="233781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058;p53">
              <a:extLst>
                <a:ext uri="{FF2B5EF4-FFF2-40B4-BE49-F238E27FC236}">
                  <a16:creationId xmlns:a16="http://schemas.microsoft.com/office/drawing/2014/main" id="{5C7E7A6B-1F0B-F80B-9293-34D981B6E69E}"/>
                </a:ext>
              </a:extLst>
            </p:cNvPr>
            <p:cNvSpPr/>
            <p:nvPr/>
          </p:nvSpPr>
          <p:spPr>
            <a:xfrm>
              <a:off x="233781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059;p53">
              <a:extLst>
                <a:ext uri="{FF2B5EF4-FFF2-40B4-BE49-F238E27FC236}">
                  <a16:creationId xmlns:a16="http://schemas.microsoft.com/office/drawing/2014/main" id="{43A6000C-3B27-3E90-8988-F29C3B75AC3B}"/>
                </a:ext>
              </a:extLst>
            </p:cNvPr>
            <p:cNvSpPr/>
            <p:nvPr/>
          </p:nvSpPr>
          <p:spPr>
            <a:xfrm>
              <a:off x="233781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060;p53">
              <a:extLst>
                <a:ext uri="{FF2B5EF4-FFF2-40B4-BE49-F238E27FC236}">
                  <a16:creationId xmlns:a16="http://schemas.microsoft.com/office/drawing/2014/main" id="{4E907F14-89EE-9E1B-F5ED-FA83FB99CD9D}"/>
                </a:ext>
              </a:extLst>
            </p:cNvPr>
            <p:cNvSpPr/>
            <p:nvPr/>
          </p:nvSpPr>
          <p:spPr>
            <a:xfrm>
              <a:off x="233781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061;p53">
              <a:extLst>
                <a:ext uri="{FF2B5EF4-FFF2-40B4-BE49-F238E27FC236}">
                  <a16:creationId xmlns:a16="http://schemas.microsoft.com/office/drawing/2014/main" id="{97EADB0D-7CA2-EB7D-472A-3890A2F1D22B}"/>
                </a:ext>
              </a:extLst>
            </p:cNvPr>
            <p:cNvSpPr/>
            <p:nvPr/>
          </p:nvSpPr>
          <p:spPr>
            <a:xfrm>
              <a:off x="2337819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062;p53">
              <a:extLst>
                <a:ext uri="{FF2B5EF4-FFF2-40B4-BE49-F238E27FC236}">
                  <a16:creationId xmlns:a16="http://schemas.microsoft.com/office/drawing/2014/main" id="{5A658405-2196-3C3F-5EE1-F694B68655ED}"/>
                </a:ext>
              </a:extLst>
            </p:cNvPr>
            <p:cNvSpPr/>
            <p:nvPr/>
          </p:nvSpPr>
          <p:spPr>
            <a:xfrm>
              <a:off x="2283135" y="4184360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063;p53">
              <a:extLst>
                <a:ext uri="{FF2B5EF4-FFF2-40B4-BE49-F238E27FC236}">
                  <a16:creationId xmlns:a16="http://schemas.microsoft.com/office/drawing/2014/main" id="{3F1E6982-0EDA-6BEA-BE4F-E58EF728AD24}"/>
                </a:ext>
              </a:extLst>
            </p:cNvPr>
            <p:cNvSpPr/>
            <p:nvPr/>
          </p:nvSpPr>
          <p:spPr>
            <a:xfrm>
              <a:off x="2283135" y="412967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064;p53">
              <a:extLst>
                <a:ext uri="{FF2B5EF4-FFF2-40B4-BE49-F238E27FC236}">
                  <a16:creationId xmlns:a16="http://schemas.microsoft.com/office/drawing/2014/main" id="{95D89041-5BD8-8D15-9968-215C9199355B}"/>
                </a:ext>
              </a:extLst>
            </p:cNvPr>
            <p:cNvSpPr/>
            <p:nvPr/>
          </p:nvSpPr>
          <p:spPr>
            <a:xfrm>
              <a:off x="2283135" y="4075010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065;p53">
              <a:extLst>
                <a:ext uri="{FF2B5EF4-FFF2-40B4-BE49-F238E27FC236}">
                  <a16:creationId xmlns:a16="http://schemas.microsoft.com/office/drawing/2014/main" id="{B6831144-5D7A-2095-F6A9-B10A46C2F2C9}"/>
                </a:ext>
              </a:extLst>
            </p:cNvPr>
            <p:cNvSpPr/>
            <p:nvPr/>
          </p:nvSpPr>
          <p:spPr>
            <a:xfrm>
              <a:off x="2283135" y="3528405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066;p53">
              <a:extLst>
                <a:ext uri="{FF2B5EF4-FFF2-40B4-BE49-F238E27FC236}">
                  <a16:creationId xmlns:a16="http://schemas.microsoft.com/office/drawing/2014/main" id="{A86181BF-5C2A-7262-5274-891C333F9DBD}"/>
                </a:ext>
              </a:extLst>
            </p:cNvPr>
            <p:cNvSpPr/>
            <p:nvPr/>
          </p:nvSpPr>
          <p:spPr>
            <a:xfrm>
              <a:off x="2283135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067;p53">
              <a:extLst>
                <a:ext uri="{FF2B5EF4-FFF2-40B4-BE49-F238E27FC236}">
                  <a16:creationId xmlns:a16="http://schemas.microsoft.com/office/drawing/2014/main" id="{36B79198-5646-76E6-21D8-68875713D5F2}"/>
                </a:ext>
              </a:extLst>
            </p:cNvPr>
            <p:cNvSpPr/>
            <p:nvPr/>
          </p:nvSpPr>
          <p:spPr>
            <a:xfrm>
              <a:off x="2283135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068;p53">
              <a:extLst>
                <a:ext uri="{FF2B5EF4-FFF2-40B4-BE49-F238E27FC236}">
                  <a16:creationId xmlns:a16="http://schemas.microsoft.com/office/drawing/2014/main" id="{D8E13E56-5E4A-CEAD-1D51-913BE3F96998}"/>
                </a:ext>
              </a:extLst>
            </p:cNvPr>
            <p:cNvSpPr/>
            <p:nvPr/>
          </p:nvSpPr>
          <p:spPr>
            <a:xfrm>
              <a:off x="2283135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069;p53">
              <a:extLst>
                <a:ext uri="{FF2B5EF4-FFF2-40B4-BE49-F238E27FC236}">
                  <a16:creationId xmlns:a16="http://schemas.microsoft.com/office/drawing/2014/main" id="{3E57F838-FBFA-445D-D6CD-7629A76305B2}"/>
                </a:ext>
              </a:extLst>
            </p:cNvPr>
            <p:cNvSpPr/>
            <p:nvPr/>
          </p:nvSpPr>
          <p:spPr>
            <a:xfrm>
              <a:off x="2283045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070;p53">
              <a:extLst>
                <a:ext uri="{FF2B5EF4-FFF2-40B4-BE49-F238E27FC236}">
                  <a16:creationId xmlns:a16="http://schemas.microsoft.com/office/drawing/2014/main" id="{128B2F50-B88E-40B2-8052-98DE2B5FE1EF}"/>
                </a:ext>
              </a:extLst>
            </p:cNvPr>
            <p:cNvSpPr/>
            <p:nvPr/>
          </p:nvSpPr>
          <p:spPr>
            <a:xfrm>
              <a:off x="2283045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071;p53">
              <a:extLst>
                <a:ext uri="{FF2B5EF4-FFF2-40B4-BE49-F238E27FC236}">
                  <a16:creationId xmlns:a16="http://schemas.microsoft.com/office/drawing/2014/main" id="{4C1C4136-1C4C-4671-17F1-55E35DF7AE39}"/>
                </a:ext>
              </a:extLst>
            </p:cNvPr>
            <p:cNvSpPr/>
            <p:nvPr/>
          </p:nvSpPr>
          <p:spPr>
            <a:xfrm>
              <a:off x="2283135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072;p53">
              <a:extLst>
                <a:ext uri="{FF2B5EF4-FFF2-40B4-BE49-F238E27FC236}">
                  <a16:creationId xmlns:a16="http://schemas.microsoft.com/office/drawing/2014/main" id="{6086609F-CC08-309D-3420-D53D5EB10794}"/>
                </a:ext>
              </a:extLst>
            </p:cNvPr>
            <p:cNvSpPr/>
            <p:nvPr/>
          </p:nvSpPr>
          <p:spPr>
            <a:xfrm>
              <a:off x="2283135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073;p53">
              <a:extLst>
                <a:ext uri="{FF2B5EF4-FFF2-40B4-BE49-F238E27FC236}">
                  <a16:creationId xmlns:a16="http://schemas.microsoft.com/office/drawing/2014/main" id="{BB5B66C7-682B-93F5-7E4D-D7B0FB6586F7}"/>
                </a:ext>
              </a:extLst>
            </p:cNvPr>
            <p:cNvSpPr/>
            <p:nvPr/>
          </p:nvSpPr>
          <p:spPr>
            <a:xfrm>
              <a:off x="2283135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074;p53">
              <a:extLst>
                <a:ext uri="{FF2B5EF4-FFF2-40B4-BE49-F238E27FC236}">
                  <a16:creationId xmlns:a16="http://schemas.microsoft.com/office/drawing/2014/main" id="{F6254CA7-D1FE-10DE-44D8-8F66FC138B55}"/>
                </a:ext>
              </a:extLst>
            </p:cNvPr>
            <p:cNvSpPr/>
            <p:nvPr/>
          </p:nvSpPr>
          <p:spPr>
            <a:xfrm>
              <a:off x="2283135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075;p53">
              <a:extLst>
                <a:ext uri="{FF2B5EF4-FFF2-40B4-BE49-F238E27FC236}">
                  <a16:creationId xmlns:a16="http://schemas.microsoft.com/office/drawing/2014/main" id="{F88FCD1A-B529-A356-6C03-CFEC234EA3FE}"/>
                </a:ext>
              </a:extLst>
            </p:cNvPr>
            <p:cNvSpPr/>
            <p:nvPr/>
          </p:nvSpPr>
          <p:spPr>
            <a:xfrm>
              <a:off x="2283135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076;p53">
              <a:extLst>
                <a:ext uri="{FF2B5EF4-FFF2-40B4-BE49-F238E27FC236}">
                  <a16:creationId xmlns:a16="http://schemas.microsoft.com/office/drawing/2014/main" id="{2E06C772-1C75-D14E-FBEF-968C117479D2}"/>
                </a:ext>
              </a:extLst>
            </p:cNvPr>
            <p:cNvSpPr/>
            <p:nvPr/>
          </p:nvSpPr>
          <p:spPr>
            <a:xfrm>
              <a:off x="2283135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077;p53">
              <a:extLst>
                <a:ext uri="{FF2B5EF4-FFF2-40B4-BE49-F238E27FC236}">
                  <a16:creationId xmlns:a16="http://schemas.microsoft.com/office/drawing/2014/main" id="{0606E25B-052C-7C6C-A58B-7ED9F7561ABF}"/>
                </a:ext>
              </a:extLst>
            </p:cNvPr>
            <p:cNvSpPr/>
            <p:nvPr/>
          </p:nvSpPr>
          <p:spPr>
            <a:xfrm>
              <a:off x="2283135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078;p53">
              <a:extLst>
                <a:ext uri="{FF2B5EF4-FFF2-40B4-BE49-F238E27FC236}">
                  <a16:creationId xmlns:a16="http://schemas.microsoft.com/office/drawing/2014/main" id="{9243A093-D357-1836-51E6-0B2C4468F1D8}"/>
                </a:ext>
              </a:extLst>
            </p:cNvPr>
            <p:cNvSpPr/>
            <p:nvPr/>
          </p:nvSpPr>
          <p:spPr>
            <a:xfrm>
              <a:off x="2283135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079;p53">
              <a:extLst>
                <a:ext uri="{FF2B5EF4-FFF2-40B4-BE49-F238E27FC236}">
                  <a16:creationId xmlns:a16="http://schemas.microsoft.com/office/drawing/2014/main" id="{7DE6546D-7904-FAAB-713E-DC4FDF957937}"/>
                </a:ext>
              </a:extLst>
            </p:cNvPr>
            <p:cNvSpPr/>
            <p:nvPr/>
          </p:nvSpPr>
          <p:spPr>
            <a:xfrm>
              <a:off x="2283135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080;p53">
              <a:extLst>
                <a:ext uri="{FF2B5EF4-FFF2-40B4-BE49-F238E27FC236}">
                  <a16:creationId xmlns:a16="http://schemas.microsoft.com/office/drawing/2014/main" id="{CBA37092-C8F0-2B74-0C27-D70E31B239F1}"/>
                </a:ext>
              </a:extLst>
            </p:cNvPr>
            <p:cNvSpPr/>
            <p:nvPr/>
          </p:nvSpPr>
          <p:spPr>
            <a:xfrm>
              <a:off x="2283135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081;p53">
              <a:extLst>
                <a:ext uri="{FF2B5EF4-FFF2-40B4-BE49-F238E27FC236}">
                  <a16:creationId xmlns:a16="http://schemas.microsoft.com/office/drawing/2014/main" id="{A61165A0-D7D1-29A4-4AC4-26C42D53CAB5}"/>
                </a:ext>
              </a:extLst>
            </p:cNvPr>
            <p:cNvSpPr/>
            <p:nvPr/>
          </p:nvSpPr>
          <p:spPr>
            <a:xfrm>
              <a:off x="2283135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082;p53">
              <a:extLst>
                <a:ext uri="{FF2B5EF4-FFF2-40B4-BE49-F238E27FC236}">
                  <a16:creationId xmlns:a16="http://schemas.microsoft.com/office/drawing/2014/main" id="{88E144CE-A42B-0A90-ED0B-D11082AF4DC4}"/>
                </a:ext>
              </a:extLst>
            </p:cNvPr>
            <p:cNvSpPr/>
            <p:nvPr/>
          </p:nvSpPr>
          <p:spPr>
            <a:xfrm>
              <a:off x="2283135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083;p53">
              <a:extLst>
                <a:ext uri="{FF2B5EF4-FFF2-40B4-BE49-F238E27FC236}">
                  <a16:creationId xmlns:a16="http://schemas.microsoft.com/office/drawing/2014/main" id="{AF8BE3AE-EB5C-839D-94B8-502D60AC4D00}"/>
                </a:ext>
              </a:extLst>
            </p:cNvPr>
            <p:cNvSpPr/>
            <p:nvPr/>
          </p:nvSpPr>
          <p:spPr>
            <a:xfrm>
              <a:off x="2283135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084;p53">
              <a:extLst>
                <a:ext uri="{FF2B5EF4-FFF2-40B4-BE49-F238E27FC236}">
                  <a16:creationId xmlns:a16="http://schemas.microsoft.com/office/drawing/2014/main" id="{AD3DB10F-E533-9960-9CC2-E8B4D17044D7}"/>
                </a:ext>
              </a:extLst>
            </p:cNvPr>
            <p:cNvSpPr/>
            <p:nvPr/>
          </p:nvSpPr>
          <p:spPr>
            <a:xfrm>
              <a:off x="2283135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085;p53">
              <a:extLst>
                <a:ext uri="{FF2B5EF4-FFF2-40B4-BE49-F238E27FC236}">
                  <a16:creationId xmlns:a16="http://schemas.microsoft.com/office/drawing/2014/main" id="{BF9A1E8B-C729-85C6-05CF-FEC585BABDD3}"/>
                </a:ext>
              </a:extLst>
            </p:cNvPr>
            <p:cNvSpPr/>
            <p:nvPr/>
          </p:nvSpPr>
          <p:spPr>
            <a:xfrm>
              <a:off x="2283135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086;p53">
              <a:extLst>
                <a:ext uri="{FF2B5EF4-FFF2-40B4-BE49-F238E27FC236}">
                  <a16:creationId xmlns:a16="http://schemas.microsoft.com/office/drawing/2014/main" id="{71C93BCE-EC7B-535E-F268-D2DF3F531BC4}"/>
                </a:ext>
              </a:extLst>
            </p:cNvPr>
            <p:cNvSpPr/>
            <p:nvPr/>
          </p:nvSpPr>
          <p:spPr>
            <a:xfrm>
              <a:off x="2283135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087;p53">
              <a:extLst>
                <a:ext uri="{FF2B5EF4-FFF2-40B4-BE49-F238E27FC236}">
                  <a16:creationId xmlns:a16="http://schemas.microsoft.com/office/drawing/2014/main" id="{D3DAFFB6-A66E-89D7-0112-DB7CD398E457}"/>
                </a:ext>
              </a:extLst>
            </p:cNvPr>
            <p:cNvSpPr/>
            <p:nvPr/>
          </p:nvSpPr>
          <p:spPr>
            <a:xfrm>
              <a:off x="2283135" y="167046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088;p53">
              <a:extLst>
                <a:ext uri="{FF2B5EF4-FFF2-40B4-BE49-F238E27FC236}">
                  <a16:creationId xmlns:a16="http://schemas.microsoft.com/office/drawing/2014/main" id="{41630BD7-4E18-7B87-ECD7-846BE96374F6}"/>
                </a:ext>
              </a:extLst>
            </p:cNvPr>
            <p:cNvSpPr/>
            <p:nvPr/>
          </p:nvSpPr>
          <p:spPr>
            <a:xfrm>
              <a:off x="2228469" y="3473865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089;p53">
              <a:extLst>
                <a:ext uri="{FF2B5EF4-FFF2-40B4-BE49-F238E27FC236}">
                  <a16:creationId xmlns:a16="http://schemas.microsoft.com/office/drawing/2014/main" id="{B802685D-86B5-AD47-D8C7-8A7340386A82}"/>
                </a:ext>
              </a:extLst>
            </p:cNvPr>
            <p:cNvSpPr/>
            <p:nvPr/>
          </p:nvSpPr>
          <p:spPr>
            <a:xfrm>
              <a:off x="2228469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090;p53">
              <a:extLst>
                <a:ext uri="{FF2B5EF4-FFF2-40B4-BE49-F238E27FC236}">
                  <a16:creationId xmlns:a16="http://schemas.microsoft.com/office/drawing/2014/main" id="{B41F3837-032F-CE15-3E3D-47F3040E296F}"/>
                </a:ext>
              </a:extLst>
            </p:cNvPr>
            <p:cNvSpPr/>
            <p:nvPr/>
          </p:nvSpPr>
          <p:spPr>
            <a:xfrm>
              <a:off x="2228469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091;p53">
              <a:extLst>
                <a:ext uri="{FF2B5EF4-FFF2-40B4-BE49-F238E27FC236}">
                  <a16:creationId xmlns:a16="http://schemas.microsoft.com/office/drawing/2014/main" id="{2DA94E66-D510-3DBE-3C7E-48358269D411}"/>
                </a:ext>
              </a:extLst>
            </p:cNvPr>
            <p:cNvSpPr/>
            <p:nvPr/>
          </p:nvSpPr>
          <p:spPr>
            <a:xfrm>
              <a:off x="2228469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092;p53">
              <a:extLst>
                <a:ext uri="{FF2B5EF4-FFF2-40B4-BE49-F238E27FC236}">
                  <a16:creationId xmlns:a16="http://schemas.microsoft.com/office/drawing/2014/main" id="{C2FC9F5D-CD85-2BF9-BC4A-984B76387BA4}"/>
                </a:ext>
              </a:extLst>
            </p:cNvPr>
            <p:cNvSpPr/>
            <p:nvPr/>
          </p:nvSpPr>
          <p:spPr>
            <a:xfrm>
              <a:off x="2228469" y="3255166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093;p53">
              <a:extLst>
                <a:ext uri="{FF2B5EF4-FFF2-40B4-BE49-F238E27FC236}">
                  <a16:creationId xmlns:a16="http://schemas.microsoft.com/office/drawing/2014/main" id="{040BCB96-374A-4768-142D-3FCB0994F2AE}"/>
                </a:ext>
              </a:extLst>
            </p:cNvPr>
            <p:cNvSpPr/>
            <p:nvPr/>
          </p:nvSpPr>
          <p:spPr>
            <a:xfrm>
              <a:off x="2228469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094;p53">
              <a:extLst>
                <a:ext uri="{FF2B5EF4-FFF2-40B4-BE49-F238E27FC236}">
                  <a16:creationId xmlns:a16="http://schemas.microsoft.com/office/drawing/2014/main" id="{79597291-8433-3B1A-D442-E5737C7BDE47}"/>
                </a:ext>
              </a:extLst>
            </p:cNvPr>
            <p:cNvSpPr/>
            <p:nvPr/>
          </p:nvSpPr>
          <p:spPr>
            <a:xfrm>
              <a:off x="222846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095;p53">
              <a:extLst>
                <a:ext uri="{FF2B5EF4-FFF2-40B4-BE49-F238E27FC236}">
                  <a16:creationId xmlns:a16="http://schemas.microsoft.com/office/drawing/2014/main" id="{A978E0EF-3DA3-B1CB-041C-8C15CC9B437D}"/>
                </a:ext>
              </a:extLst>
            </p:cNvPr>
            <p:cNvSpPr/>
            <p:nvPr/>
          </p:nvSpPr>
          <p:spPr>
            <a:xfrm>
              <a:off x="222846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096;p53">
              <a:extLst>
                <a:ext uri="{FF2B5EF4-FFF2-40B4-BE49-F238E27FC236}">
                  <a16:creationId xmlns:a16="http://schemas.microsoft.com/office/drawing/2014/main" id="{F261BA73-6522-C90B-EA07-76205645D278}"/>
                </a:ext>
              </a:extLst>
            </p:cNvPr>
            <p:cNvSpPr/>
            <p:nvPr/>
          </p:nvSpPr>
          <p:spPr>
            <a:xfrm>
              <a:off x="222846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097;p53">
              <a:extLst>
                <a:ext uri="{FF2B5EF4-FFF2-40B4-BE49-F238E27FC236}">
                  <a16:creationId xmlns:a16="http://schemas.microsoft.com/office/drawing/2014/main" id="{A9DDC63F-C649-A791-51A4-9471D5F56C35}"/>
                </a:ext>
              </a:extLst>
            </p:cNvPr>
            <p:cNvSpPr/>
            <p:nvPr/>
          </p:nvSpPr>
          <p:spPr>
            <a:xfrm>
              <a:off x="222846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098;p53">
              <a:extLst>
                <a:ext uri="{FF2B5EF4-FFF2-40B4-BE49-F238E27FC236}">
                  <a16:creationId xmlns:a16="http://schemas.microsoft.com/office/drawing/2014/main" id="{BE6E08D7-7896-71ED-FE11-6DF65271A5E9}"/>
                </a:ext>
              </a:extLst>
            </p:cNvPr>
            <p:cNvSpPr/>
            <p:nvPr/>
          </p:nvSpPr>
          <p:spPr>
            <a:xfrm>
              <a:off x="2228469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099;p53">
              <a:extLst>
                <a:ext uri="{FF2B5EF4-FFF2-40B4-BE49-F238E27FC236}">
                  <a16:creationId xmlns:a16="http://schemas.microsoft.com/office/drawing/2014/main" id="{9F77084D-CA68-06E7-9249-40780BA224B6}"/>
                </a:ext>
              </a:extLst>
            </p:cNvPr>
            <p:cNvSpPr/>
            <p:nvPr/>
          </p:nvSpPr>
          <p:spPr>
            <a:xfrm>
              <a:off x="222846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100;p53">
              <a:extLst>
                <a:ext uri="{FF2B5EF4-FFF2-40B4-BE49-F238E27FC236}">
                  <a16:creationId xmlns:a16="http://schemas.microsoft.com/office/drawing/2014/main" id="{BAFBB8BA-7F7B-A714-DF30-5A8FE8C351FD}"/>
                </a:ext>
              </a:extLst>
            </p:cNvPr>
            <p:cNvSpPr/>
            <p:nvPr/>
          </p:nvSpPr>
          <p:spPr>
            <a:xfrm>
              <a:off x="222846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1101;p53">
              <a:extLst>
                <a:ext uri="{FF2B5EF4-FFF2-40B4-BE49-F238E27FC236}">
                  <a16:creationId xmlns:a16="http://schemas.microsoft.com/office/drawing/2014/main" id="{CDA62549-BDB4-9300-33BE-278509EDBAAD}"/>
                </a:ext>
              </a:extLst>
            </p:cNvPr>
            <p:cNvSpPr/>
            <p:nvPr/>
          </p:nvSpPr>
          <p:spPr>
            <a:xfrm>
              <a:off x="222846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1102;p53">
              <a:extLst>
                <a:ext uri="{FF2B5EF4-FFF2-40B4-BE49-F238E27FC236}">
                  <a16:creationId xmlns:a16="http://schemas.microsoft.com/office/drawing/2014/main" id="{8470A3BC-7B00-0B85-3BEF-5D88FD67EBA3}"/>
                </a:ext>
              </a:extLst>
            </p:cNvPr>
            <p:cNvSpPr/>
            <p:nvPr/>
          </p:nvSpPr>
          <p:spPr>
            <a:xfrm>
              <a:off x="222846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103;p53">
              <a:extLst>
                <a:ext uri="{FF2B5EF4-FFF2-40B4-BE49-F238E27FC236}">
                  <a16:creationId xmlns:a16="http://schemas.microsoft.com/office/drawing/2014/main" id="{4DDACE2E-1856-9395-5F73-428F563F2280}"/>
                </a:ext>
              </a:extLst>
            </p:cNvPr>
            <p:cNvSpPr/>
            <p:nvPr/>
          </p:nvSpPr>
          <p:spPr>
            <a:xfrm>
              <a:off x="222846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104;p53">
              <a:extLst>
                <a:ext uri="{FF2B5EF4-FFF2-40B4-BE49-F238E27FC236}">
                  <a16:creationId xmlns:a16="http://schemas.microsoft.com/office/drawing/2014/main" id="{44750E65-2E4C-F060-5C77-0E98BFB0EB66}"/>
                </a:ext>
              </a:extLst>
            </p:cNvPr>
            <p:cNvSpPr/>
            <p:nvPr/>
          </p:nvSpPr>
          <p:spPr>
            <a:xfrm>
              <a:off x="2228469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105;p53">
              <a:extLst>
                <a:ext uri="{FF2B5EF4-FFF2-40B4-BE49-F238E27FC236}">
                  <a16:creationId xmlns:a16="http://schemas.microsoft.com/office/drawing/2014/main" id="{CF5E74F6-A9D2-4C5B-6CF3-D74A7674C87E}"/>
                </a:ext>
              </a:extLst>
            </p:cNvPr>
            <p:cNvSpPr/>
            <p:nvPr/>
          </p:nvSpPr>
          <p:spPr>
            <a:xfrm>
              <a:off x="222846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106;p53">
              <a:extLst>
                <a:ext uri="{FF2B5EF4-FFF2-40B4-BE49-F238E27FC236}">
                  <a16:creationId xmlns:a16="http://schemas.microsoft.com/office/drawing/2014/main" id="{E415CEA7-E44C-4EDF-C926-6F36F0F73D0F}"/>
                </a:ext>
              </a:extLst>
            </p:cNvPr>
            <p:cNvSpPr/>
            <p:nvPr/>
          </p:nvSpPr>
          <p:spPr>
            <a:xfrm>
              <a:off x="2173785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107;p53">
              <a:extLst>
                <a:ext uri="{FF2B5EF4-FFF2-40B4-BE49-F238E27FC236}">
                  <a16:creationId xmlns:a16="http://schemas.microsoft.com/office/drawing/2014/main" id="{5795E2AF-9910-03B8-559D-D6F47A74A824}"/>
                </a:ext>
              </a:extLst>
            </p:cNvPr>
            <p:cNvSpPr/>
            <p:nvPr/>
          </p:nvSpPr>
          <p:spPr>
            <a:xfrm>
              <a:off x="2173785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108;p53">
              <a:extLst>
                <a:ext uri="{FF2B5EF4-FFF2-40B4-BE49-F238E27FC236}">
                  <a16:creationId xmlns:a16="http://schemas.microsoft.com/office/drawing/2014/main" id="{D999CFE6-97A6-CAB4-01A8-4BABDAC85CE4}"/>
                </a:ext>
              </a:extLst>
            </p:cNvPr>
            <p:cNvSpPr/>
            <p:nvPr/>
          </p:nvSpPr>
          <p:spPr>
            <a:xfrm>
              <a:off x="2173785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109;p53">
              <a:extLst>
                <a:ext uri="{FF2B5EF4-FFF2-40B4-BE49-F238E27FC236}">
                  <a16:creationId xmlns:a16="http://schemas.microsoft.com/office/drawing/2014/main" id="{6BB2B263-3C60-306B-EEAA-D7DC09462D15}"/>
                </a:ext>
              </a:extLst>
            </p:cNvPr>
            <p:cNvSpPr/>
            <p:nvPr/>
          </p:nvSpPr>
          <p:spPr>
            <a:xfrm>
              <a:off x="2173785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110;p53">
              <a:extLst>
                <a:ext uri="{FF2B5EF4-FFF2-40B4-BE49-F238E27FC236}">
                  <a16:creationId xmlns:a16="http://schemas.microsoft.com/office/drawing/2014/main" id="{961EB011-CD32-963E-CE0B-B970200E97DC}"/>
                </a:ext>
              </a:extLst>
            </p:cNvPr>
            <p:cNvSpPr/>
            <p:nvPr/>
          </p:nvSpPr>
          <p:spPr>
            <a:xfrm>
              <a:off x="2173785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111;p53">
              <a:extLst>
                <a:ext uri="{FF2B5EF4-FFF2-40B4-BE49-F238E27FC236}">
                  <a16:creationId xmlns:a16="http://schemas.microsoft.com/office/drawing/2014/main" id="{872709A4-7AAB-10DA-FC6E-12781061CFF3}"/>
                </a:ext>
              </a:extLst>
            </p:cNvPr>
            <p:cNvSpPr/>
            <p:nvPr/>
          </p:nvSpPr>
          <p:spPr>
            <a:xfrm>
              <a:off x="2173785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112;p53">
              <a:extLst>
                <a:ext uri="{FF2B5EF4-FFF2-40B4-BE49-F238E27FC236}">
                  <a16:creationId xmlns:a16="http://schemas.microsoft.com/office/drawing/2014/main" id="{3804DAD4-BAE5-F7AB-5CEC-A70828C6B979}"/>
                </a:ext>
              </a:extLst>
            </p:cNvPr>
            <p:cNvSpPr/>
            <p:nvPr/>
          </p:nvSpPr>
          <p:spPr>
            <a:xfrm>
              <a:off x="2173785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113;p53">
              <a:extLst>
                <a:ext uri="{FF2B5EF4-FFF2-40B4-BE49-F238E27FC236}">
                  <a16:creationId xmlns:a16="http://schemas.microsoft.com/office/drawing/2014/main" id="{257C2B56-C737-4C17-B057-0D6EF51BF449}"/>
                </a:ext>
              </a:extLst>
            </p:cNvPr>
            <p:cNvSpPr/>
            <p:nvPr/>
          </p:nvSpPr>
          <p:spPr>
            <a:xfrm>
              <a:off x="2173785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114;p53">
              <a:extLst>
                <a:ext uri="{FF2B5EF4-FFF2-40B4-BE49-F238E27FC236}">
                  <a16:creationId xmlns:a16="http://schemas.microsoft.com/office/drawing/2014/main" id="{5D530983-3F63-F758-2409-6DFD4EB4DA39}"/>
                </a:ext>
              </a:extLst>
            </p:cNvPr>
            <p:cNvSpPr/>
            <p:nvPr/>
          </p:nvSpPr>
          <p:spPr>
            <a:xfrm>
              <a:off x="2173785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115;p53">
              <a:extLst>
                <a:ext uri="{FF2B5EF4-FFF2-40B4-BE49-F238E27FC236}">
                  <a16:creationId xmlns:a16="http://schemas.microsoft.com/office/drawing/2014/main" id="{80BCFF5F-A671-3E7D-0197-A4E401AE34CC}"/>
                </a:ext>
              </a:extLst>
            </p:cNvPr>
            <p:cNvSpPr/>
            <p:nvPr/>
          </p:nvSpPr>
          <p:spPr>
            <a:xfrm>
              <a:off x="2173785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116;p53">
              <a:extLst>
                <a:ext uri="{FF2B5EF4-FFF2-40B4-BE49-F238E27FC236}">
                  <a16:creationId xmlns:a16="http://schemas.microsoft.com/office/drawing/2014/main" id="{1539DCA6-CBA8-9E7C-CB43-3433724B460C}"/>
                </a:ext>
              </a:extLst>
            </p:cNvPr>
            <p:cNvSpPr/>
            <p:nvPr/>
          </p:nvSpPr>
          <p:spPr>
            <a:xfrm>
              <a:off x="2173785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117;p53">
              <a:extLst>
                <a:ext uri="{FF2B5EF4-FFF2-40B4-BE49-F238E27FC236}">
                  <a16:creationId xmlns:a16="http://schemas.microsoft.com/office/drawing/2014/main" id="{B42B0D02-3E96-938D-F542-92509BC156F0}"/>
                </a:ext>
              </a:extLst>
            </p:cNvPr>
            <p:cNvSpPr/>
            <p:nvPr/>
          </p:nvSpPr>
          <p:spPr>
            <a:xfrm>
              <a:off x="2173785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118;p53">
              <a:extLst>
                <a:ext uri="{FF2B5EF4-FFF2-40B4-BE49-F238E27FC236}">
                  <a16:creationId xmlns:a16="http://schemas.microsoft.com/office/drawing/2014/main" id="{B0F55A7E-1618-8F71-4857-159F112152CD}"/>
                </a:ext>
              </a:extLst>
            </p:cNvPr>
            <p:cNvSpPr/>
            <p:nvPr/>
          </p:nvSpPr>
          <p:spPr>
            <a:xfrm>
              <a:off x="2173785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119;p53">
              <a:extLst>
                <a:ext uri="{FF2B5EF4-FFF2-40B4-BE49-F238E27FC236}">
                  <a16:creationId xmlns:a16="http://schemas.microsoft.com/office/drawing/2014/main" id="{E05CCC41-79AB-CEC1-623E-EAE4CF14F0BD}"/>
                </a:ext>
              </a:extLst>
            </p:cNvPr>
            <p:cNvSpPr/>
            <p:nvPr/>
          </p:nvSpPr>
          <p:spPr>
            <a:xfrm>
              <a:off x="2173785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120;p53">
              <a:extLst>
                <a:ext uri="{FF2B5EF4-FFF2-40B4-BE49-F238E27FC236}">
                  <a16:creationId xmlns:a16="http://schemas.microsoft.com/office/drawing/2014/main" id="{7959F129-4E62-F256-575F-9CB6C615D378}"/>
                </a:ext>
              </a:extLst>
            </p:cNvPr>
            <p:cNvSpPr/>
            <p:nvPr/>
          </p:nvSpPr>
          <p:spPr>
            <a:xfrm>
              <a:off x="217378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121;p53">
              <a:extLst>
                <a:ext uri="{FF2B5EF4-FFF2-40B4-BE49-F238E27FC236}">
                  <a16:creationId xmlns:a16="http://schemas.microsoft.com/office/drawing/2014/main" id="{0DFF5D9E-DA79-4D6C-0857-2E720D178ADE}"/>
                </a:ext>
              </a:extLst>
            </p:cNvPr>
            <p:cNvSpPr/>
            <p:nvPr/>
          </p:nvSpPr>
          <p:spPr>
            <a:xfrm>
              <a:off x="217378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122;p53">
              <a:extLst>
                <a:ext uri="{FF2B5EF4-FFF2-40B4-BE49-F238E27FC236}">
                  <a16:creationId xmlns:a16="http://schemas.microsoft.com/office/drawing/2014/main" id="{CC468C4D-326F-AF5D-C19E-F1944105E4B6}"/>
                </a:ext>
              </a:extLst>
            </p:cNvPr>
            <p:cNvSpPr/>
            <p:nvPr/>
          </p:nvSpPr>
          <p:spPr>
            <a:xfrm>
              <a:off x="2173785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123;p53">
              <a:extLst>
                <a:ext uri="{FF2B5EF4-FFF2-40B4-BE49-F238E27FC236}">
                  <a16:creationId xmlns:a16="http://schemas.microsoft.com/office/drawing/2014/main" id="{4B96FF25-CC83-9452-0CA0-8A0654C55C45}"/>
                </a:ext>
              </a:extLst>
            </p:cNvPr>
            <p:cNvSpPr/>
            <p:nvPr/>
          </p:nvSpPr>
          <p:spPr>
            <a:xfrm>
              <a:off x="2173785" y="1725131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124;p53">
              <a:extLst>
                <a:ext uri="{FF2B5EF4-FFF2-40B4-BE49-F238E27FC236}">
                  <a16:creationId xmlns:a16="http://schemas.microsoft.com/office/drawing/2014/main" id="{BD8855AC-0567-9EED-8076-9EC4D435DD6D}"/>
                </a:ext>
              </a:extLst>
            </p:cNvPr>
            <p:cNvSpPr/>
            <p:nvPr/>
          </p:nvSpPr>
          <p:spPr>
            <a:xfrm>
              <a:off x="2119263" y="3200643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125;p53">
              <a:extLst>
                <a:ext uri="{FF2B5EF4-FFF2-40B4-BE49-F238E27FC236}">
                  <a16:creationId xmlns:a16="http://schemas.microsoft.com/office/drawing/2014/main" id="{F3E632DA-D027-6884-DBBC-1874BB5C1704}"/>
                </a:ext>
              </a:extLst>
            </p:cNvPr>
            <p:cNvSpPr/>
            <p:nvPr/>
          </p:nvSpPr>
          <p:spPr>
            <a:xfrm>
              <a:off x="2119263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126;p53">
              <a:extLst>
                <a:ext uri="{FF2B5EF4-FFF2-40B4-BE49-F238E27FC236}">
                  <a16:creationId xmlns:a16="http://schemas.microsoft.com/office/drawing/2014/main" id="{E6D6AC1F-A9CF-A4E0-1362-FF32F43F21EE}"/>
                </a:ext>
              </a:extLst>
            </p:cNvPr>
            <p:cNvSpPr/>
            <p:nvPr/>
          </p:nvSpPr>
          <p:spPr>
            <a:xfrm>
              <a:off x="2119263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127;p53">
              <a:extLst>
                <a:ext uri="{FF2B5EF4-FFF2-40B4-BE49-F238E27FC236}">
                  <a16:creationId xmlns:a16="http://schemas.microsoft.com/office/drawing/2014/main" id="{83A43C53-ACEE-D6C0-A1EC-3D992BDF5AB5}"/>
                </a:ext>
              </a:extLst>
            </p:cNvPr>
            <p:cNvSpPr/>
            <p:nvPr/>
          </p:nvSpPr>
          <p:spPr>
            <a:xfrm>
              <a:off x="211926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128;p53">
              <a:extLst>
                <a:ext uri="{FF2B5EF4-FFF2-40B4-BE49-F238E27FC236}">
                  <a16:creationId xmlns:a16="http://schemas.microsoft.com/office/drawing/2014/main" id="{B540CB89-BFEB-2CA8-A9A8-1A7CD0A13780}"/>
                </a:ext>
              </a:extLst>
            </p:cNvPr>
            <p:cNvSpPr/>
            <p:nvPr/>
          </p:nvSpPr>
          <p:spPr>
            <a:xfrm>
              <a:off x="211926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129;p53">
              <a:extLst>
                <a:ext uri="{FF2B5EF4-FFF2-40B4-BE49-F238E27FC236}">
                  <a16:creationId xmlns:a16="http://schemas.microsoft.com/office/drawing/2014/main" id="{CE4EF852-95A7-EEF2-A53D-71D294A89E8C}"/>
                </a:ext>
              </a:extLst>
            </p:cNvPr>
            <p:cNvSpPr/>
            <p:nvPr/>
          </p:nvSpPr>
          <p:spPr>
            <a:xfrm>
              <a:off x="211926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130;p53">
              <a:extLst>
                <a:ext uri="{FF2B5EF4-FFF2-40B4-BE49-F238E27FC236}">
                  <a16:creationId xmlns:a16="http://schemas.microsoft.com/office/drawing/2014/main" id="{024A9B3B-C16E-BF2C-EABC-755A091BE7A1}"/>
                </a:ext>
              </a:extLst>
            </p:cNvPr>
            <p:cNvSpPr/>
            <p:nvPr/>
          </p:nvSpPr>
          <p:spPr>
            <a:xfrm>
              <a:off x="211926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131;p53">
              <a:extLst>
                <a:ext uri="{FF2B5EF4-FFF2-40B4-BE49-F238E27FC236}">
                  <a16:creationId xmlns:a16="http://schemas.microsoft.com/office/drawing/2014/main" id="{848422D3-5CD6-11C8-AFE9-A3EB80B297C1}"/>
                </a:ext>
              </a:extLst>
            </p:cNvPr>
            <p:cNvSpPr/>
            <p:nvPr/>
          </p:nvSpPr>
          <p:spPr>
            <a:xfrm>
              <a:off x="211926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132;p53">
              <a:extLst>
                <a:ext uri="{FF2B5EF4-FFF2-40B4-BE49-F238E27FC236}">
                  <a16:creationId xmlns:a16="http://schemas.microsoft.com/office/drawing/2014/main" id="{3162B6FD-84D1-79D3-96E7-748958900A64}"/>
                </a:ext>
              </a:extLst>
            </p:cNvPr>
            <p:cNvSpPr/>
            <p:nvPr/>
          </p:nvSpPr>
          <p:spPr>
            <a:xfrm>
              <a:off x="211926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133;p53">
              <a:extLst>
                <a:ext uri="{FF2B5EF4-FFF2-40B4-BE49-F238E27FC236}">
                  <a16:creationId xmlns:a16="http://schemas.microsoft.com/office/drawing/2014/main" id="{3997BA59-7BA1-228A-2B81-50C8650A9C00}"/>
                </a:ext>
              </a:extLst>
            </p:cNvPr>
            <p:cNvSpPr/>
            <p:nvPr/>
          </p:nvSpPr>
          <p:spPr>
            <a:xfrm>
              <a:off x="211926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134;p53">
              <a:extLst>
                <a:ext uri="{FF2B5EF4-FFF2-40B4-BE49-F238E27FC236}">
                  <a16:creationId xmlns:a16="http://schemas.microsoft.com/office/drawing/2014/main" id="{39F645E2-B892-FDE0-E1A0-8A037E450050}"/>
                </a:ext>
              </a:extLst>
            </p:cNvPr>
            <p:cNvSpPr/>
            <p:nvPr/>
          </p:nvSpPr>
          <p:spPr>
            <a:xfrm>
              <a:off x="211926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135;p53">
              <a:extLst>
                <a:ext uri="{FF2B5EF4-FFF2-40B4-BE49-F238E27FC236}">
                  <a16:creationId xmlns:a16="http://schemas.microsoft.com/office/drawing/2014/main" id="{5579ACAC-9E23-B885-7EED-652F0FADCD6B}"/>
                </a:ext>
              </a:extLst>
            </p:cNvPr>
            <p:cNvSpPr/>
            <p:nvPr/>
          </p:nvSpPr>
          <p:spPr>
            <a:xfrm>
              <a:off x="211926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136;p53">
              <a:extLst>
                <a:ext uri="{FF2B5EF4-FFF2-40B4-BE49-F238E27FC236}">
                  <a16:creationId xmlns:a16="http://schemas.microsoft.com/office/drawing/2014/main" id="{5E5FAD4E-CE97-41BA-53CD-CFC50B641AB3}"/>
                </a:ext>
              </a:extLst>
            </p:cNvPr>
            <p:cNvSpPr/>
            <p:nvPr/>
          </p:nvSpPr>
          <p:spPr>
            <a:xfrm>
              <a:off x="211926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137;p53">
              <a:extLst>
                <a:ext uri="{FF2B5EF4-FFF2-40B4-BE49-F238E27FC236}">
                  <a16:creationId xmlns:a16="http://schemas.microsoft.com/office/drawing/2014/main" id="{C7E389CD-4AC3-A50E-C856-BE01D15A29A4}"/>
                </a:ext>
              </a:extLst>
            </p:cNvPr>
            <p:cNvSpPr/>
            <p:nvPr/>
          </p:nvSpPr>
          <p:spPr>
            <a:xfrm>
              <a:off x="211926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138;p53">
              <a:extLst>
                <a:ext uri="{FF2B5EF4-FFF2-40B4-BE49-F238E27FC236}">
                  <a16:creationId xmlns:a16="http://schemas.microsoft.com/office/drawing/2014/main" id="{C3EA734F-9C31-5F89-8BA3-F0AA9BFF1ADF}"/>
                </a:ext>
              </a:extLst>
            </p:cNvPr>
            <p:cNvSpPr/>
            <p:nvPr/>
          </p:nvSpPr>
          <p:spPr>
            <a:xfrm>
              <a:off x="211926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139;p53">
              <a:extLst>
                <a:ext uri="{FF2B5EF4-FFF2-40B4-BE49-F238E27FC236}">
                  <a16:creationId xmlns:a16="http://schemas.microsoft.com/office/drawing/2014/main" id="{3B338BCB-6C89-E3EC-BA08-80BCFBEC4832}"/>
                </a:ext>
              </a:extLst>
            </p:cNvPr>
            <p:cNvSpPr/>
            <p:nvPr/>
          </p:nvSpPr>
          <p:spPr>
            <a:xfrm>
              <a:off x="2119263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140;p53">
              <a:extLst>
                <a:ext uri="{FF2B5EF4-FFF2-40B4-BE49-F238E27FC236}">
                  <a16:creationId xmlns:a16="http://schemas.microsoft.com/office/drawing/2014/main" id="{39335485-B4FE-F60E-CA95-FF61FDBD9C4F}"/>
                </a:ext>
              </a:extLst>
            </p:cNvPr>
            <p:cNvSpPr/>
            <p:nvPr/>
          </p:nvSpPr>
          <p:spPr>
            <a:xfrm>
              <a:off x="2064579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141;p53">
              <a:extLst>
                <a:ext uri="{FF2B5EF4-FFF2-40B4-BE49-F238E27FC236}">
                  <a16:creationId xmlns:a16="http://schemas.microsoft.com/office/drawing/2014/main" id="{D6C167D4-9106-D4B7-AF55-835CE46B8BA8}"/>
                </a:ext>
              </a:extLst>
            </p:cNvPr>
            <p:cNvSpPr/>
            <p:nvPr/>
          </p:nvSpPr>
          <p:spPr>
            <a:xfrm>
              <a:off x="2064579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142;p53">
              <a:extLst>
                <a:ext uri="{FF2B5EF4-FFF2-40B4-BE49-F238E27FC236}">
                  <a16:creationId xmlns:a16="http://schemas.microsoft.com/office/drawing/2014/main" id="{3518FC1B-F03B-DD20-DF09-A48255AC00D0}"/>
                </a:ext>
              </a:extLst>
            </p:cNvPr>
            <p:cNvSpPr/>
            <p:nvPr/>
          </p:nvSpPr>
          <p:spPr>
            <a:xfrm>
              <a:off x="2064579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143;p53">
              <a:extLst>
                <a:ext uri="{FF2B5EF4-FFF2-40B4-BE49-F238E27FC236}">
                  <a16:creationId xmlns:a16="http://schemas.microsoft.com/office/drawing/2014/main" id="{1C0292A8-0B58-2698-6E6F-91578504159F}"/>
                </a:ext>
              </a:extLst>
            </p:cNvPr>
            <p:cNvSpPr/>
            <p:nvPr/>
          </p:nvSpPr>
          <p:spPr>
            <a:xfrm>
              <a:off x="206457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144;p53">
              <a:extLst>
                <a:ext uri="{FF2B5EF4-FFF2-40B4-BE49-F238E27FC236}">
                  <a16:creationId xmlns:a16="http://schemas.microsoft.com/office/drawing/2014/main" id="{C7DE155B-DF53-214B-201A-AAF5A13ECE2F}"/>
                </a:ext>
              </a:extLst>
            </p:cNvPr>
            <p:cNvSpPr/>
            <p:nvPr/>
          </p:nvSpPr>
          <p:spPr>
            <a:xfrm>
              <a:off x="2064579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145;p53">
              <a:extLst>
                <a:ext uri="{FF2B5EF4-FFF2-40B4-BE49-F238E27FC236}">
                  <a16:creationId xmlns:a16="http://schemas.microsoft.com/office/drawing/2014/main" id="{62BD2DC4-C752-E77A-0C0D-BD73654B66D3}"/>
                </a:ext>
              </a:extLst>
            </p:cNvPr>
            <p:cNvSpPr/>
            <p:nvPr/>
          </p:nvSpPr>
          <p:spPr>
            <a:xfrm>
              <a:off x="206457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146;p53">
              <a:extLst>
                <a:ext uri="{FF2B5EF4-FFF2-40B4-BE49-F238E27FC236}">
                  <a16:creationId xmlns:a16="http://schemas.microsoft.com/office/drawing/2014/main" id="{A58D2954-4B50-6C06-4CEB-C098F558A3A8}"/>
                </a:ext>
              </a:extLst>
            </p:cNvPr>
            <p:cNvSpPr/>
            <p:nvPr/>
          </p:nvSpPr>
          <p:spPr>
            <a:xfrm>
              <a:off x="2064579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147;p53">
              <a:extLst>
                <a:ext uri="{FF2B5EF4-FFF2-40B4-BE49-F238E27FC236}">
                  <a16:creationId xmlns:a16="http://schemas.microsoft.com/office/drawing/2014/main" id="{79556B1B-5188-EDF5-6F0E-104E3B058FD5}"/>
                </a:ext>
              </a:extLst>
            </p:cNvPr>
            <p:cNvSpPr/>
            <p:nvPr/>
          </p:nvSpPr>
          <p:spPr>
            <a:xfrm>
              <a:off x="2064579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148;p53">
              <a:extLst>
                <a:ext uri="{FF2B5EF4-FFF2-40B4-BE49-F238E27FC236}">
                  <a16:creationId xmlns:a16="http://schemas.microsoft.com/office/drawing/2014/main" id="{0D0720BE-0C61-9329-8EE1-53694046AD1C}"/>
                </a:ext>
              </a:extLst>
            </p:cNvPr>
            <p:cNvSpPr/>
            <p:nvPr/>
          </p:nvSpPr>
          <p:spPr>
            <a:xfrm>
              <a:off x="206457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149;p53">
              <a:extLst>
                <a:ext uri="{FF2B5EF4-FFF2-40B4-BE49-F238E27FC236}">
                  <a16:creationId xmlns:a16="http://schemas.microsoft.com/office/drawing/2014/main" id="{4DCF8E6C-5596-9FE4-1751-E74921DFE471}"/>
                </a:ext>
              </a:extLst>
            </p:cNvPr>
            <p:cNvSpPr/>
            <p:nvPr/>
          </p:nvSpPr>
          <p:spPr>
            <a:xfrm>
              <a:off x="206457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150;p53">
              <a:extLst>
                <a:ext uri="{FF2B5EF4-FFF2-40B4-BE49-F238E27FC236}">
                  <a16:creationId xmlns:a16="http://schemas.microsoft.com/office/drawing/2014/main" id="{1755C116-B9CE-28E6-C4D5-F5BFCFE0FE60}"/>
                </a:ext>
              </a:extLst>
            </p:cNvPr>
            <p:cNvSpPr/>
            <p:nvPr/>
          </p:nvSpPr>
          <p:spPr>
            <a:xfrm>
              <a:off x="2064579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151;p53">
              <a:extLst>
                <a:ext uri="{FF2B5EF4-FFF2-40B4-BE49-F238E27FC236}">
                  <a16:creationId xmlns:a16="http://schemas.microsoft.com/office/drawing/2014/main" id="{DA2BA99A-D2CC-3A19-3D7C-7DF52E049C80}"/>
                </a:ext>
              </a:extLst>
            </p:cNvPr>
            <p:cNvSpPr/>
            <p:nvPr/>
          </p:nvSpPr>
          <p:spPr>
            <a:xfrm>
              <a:off x="206457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152;p53">
              <a:extLst>
                <a:ext uri="{FF2B5EF4-FFF2-40B4-BE49-F238E27FC236}">
                  <a16:creationId xmlns:a16="http://schemas.microsoft.com/office/drawing/2014/main" id="{D7BF0782-447F-A01B-AB5C-5CB62704F49D}"/>
                </a:ext>
              </a:extLst>
            </p:cNvPr>
            <p:cNvSpPr/>
            <p:nvPr/>
          </p:nvSpPr>
          <p:spPr>
            <a:xfrm>
              <a:off x="2064579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153;p53">
              <a:extLst>
                <a:ext uri="{FF2B5EF4-FFF2-40B4-BE49-F238E27FC236}">
                  <a16:creationId xmlns:a16="http://schemas.microsoft.com/office/drawing/2014/main" id="{A4B0E5DF-ED2A-075B-C71E-AB042DF31111}"/>
                </a:ext>
              </a:extLst>
            </p:cNvPr>
            <p:cNvSpPr/>
            <p:nvPr/>
          </p:nvSpPr>
          <p:spPr>
            <a:xfrm>
              <a:off x="206457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154;p53">
              <a:extLst>
                <a:ext uri="{FF2B5EF4-FFF2-40B4-BE49-F238E27FC236}">
                  <a16:creationId xmlns:a16="http://schemas.microsoft.com/office/drawing/2014/main" id="{AC14BBC0-7A12-50C7-6FA5-4B0195216888}"/>
                </a:ext>
              </a:extLst>
            </p:cNvPr>
            <p:cNvSpPr/>
            <p:nvPr/>
          </p:nvSpPr>
          <p:spPr>
            <a:xfrm>
              <a:off x="206457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155;p53">
              <a:extLst>
                <a:ext uri="{FF2B5EF4-FFF2-40B4-BE49-F238E27FC236}">
                  <a16:creationId xmlns:a16="http://schemas.microsoft.com/office/drawing/2014/main" id="{606F7B26-E4B7-7206-AD3D-8252D09E960F}"/>
                </a:ext>
              </a:extLst>
            </p:cNvPr>
            <p:cNvSpPr/>
            <p:nvPr/>
          </p:nvSpPr>
          <p:spPr>
            <a:xfrm>
              <a:off x="2064579" y="1725131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156;p53">
              <a:extLst>
                <a:ext uri="{FF2B5EF4-FFF2-40B4-BE49-F238E27FC236}">
                  <a16:creationId xmlns:a16="http://schemas.microsoft.com/office/drawing/2014/main" id="{927870F5-A744-C54A-513A-2954EA56EEEA}"/>
                </a:ext>
              </a:extLst>
            </p:cNvPr>
            <p:cNvSpPr/>
            <p:nvPr/>
          </p:nvSpPr>
          <p:spPr>
            <a:xfrm>
              <a:off x="2009913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157;p53">
              <a:extLst>
                <a:ext uri="{FF2B5EF4-FFF2-40B4-BE49-F238E27FC236}">
                  <a16:creationId xmlns:a16="http://schemas.microsoft.com/office/drawing/2014/main" id="{AB297279-48E5-BD68-B3FA-FB9B126BC433}"/>
                </a:ext>
              </a:extLst>
            </p:cNvPr>
            <p:cNvSpPr/>
            <p:nvPr/>
          </p:nvSpPr>
          <p:spPr>
            <a:xfrm>
              <a:off x="2009913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158;p53">
              <a:extLst>
                <a:ext uri="{FF2B5EF4-FFF2-40B4-BE49-F238E27FC236}">
                  <a16:creationId xmlns:a16="http://schemas.microsoft.com/office/drawing/2014/main" id="{05EE7C10-8154-A02A-4B94-A6A26F601098}"/>
                </a:ext>
              </a:extLst>
            </p:cNvPr>
            <p:cNvSpPr/>
            <p:nvPr/>
          </p:nvSpPr>
          <p:spPr>
            <a:xfrm>
              <a:off x="2009913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159;p53">
              <a:extLst>
                <a:ext uri="{FF2B5EF4-FFF2-40B4-BE49-F238E27FC236}">
                  <a16:creationId xmlns:a16="http://schemas.microsoft.com/office/drawing/2014/main" id="{2302723B-5EF2-B30F-D1F2-43749F50CCF5}"/>
                </a:ext>
              </a:extLst>
            </p:cNvPr>
            <p:cNvSpPr/>
            <p:nvPr/>
          </p:nvSpPr>
          <p:spPr>
            <a:xfrm>
              <a:off x="2009913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160;p53">
              <a:extLst>
                <a:ext uri="{FF2B5EF4-FFF2-40B4-BE49-F238E27FC236}">
                  <a16:creationId xmlns:a16="http://schemas.microsoft.com/office/drawing/2014/main" id="{F295683C-51F0-B0D1-079E-A973409D1825}"/>
                </a:ext>
              </a:extLst>
            </p:cNvPr>
            <p:cNvSpPr/>
            <p:nvPr/>
          </p:nvSpPr>
          <p:spPr>
            <a:xfrm>
              <a:off x="2009913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161;p53">
              <a:extLst>
                <a:ext uri="{FF2B5EF4-FFF2-40B4-BE49-F238E27FC236}">
                  <a16:creationId xmlns:a16="http://schemas.microsoft.com/office/drawing/2014/main" id="{6F802857-935A-9401-7B3F-A3AC404507BB}"/>
                </a:ext>
              </a:extLst>
            </p:cNvPr>
            <p:cNvSpPr/>
            <p:nvPr/>
          </p:nvSpPr>
          <p:spPr>
            <a:xfrm>
              <a:off x="2009913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162;p53">
              <a:extLst>
                <a:ext uri="{FF2B5EF4-FFF2-40B4-BE49-F238E27FC236}">
                  <a16:creationId xmlns:a16="http://schemas.microsoft.com/office/drawing/2014/main" id="{723CAC78-EECB-1618-CF3E-47CAC7BEC9DD}"/>
                </a:ext>
              </a:extLst>
            </p:cNvPr>
            <p:cNvSpPr/>
            <p:nvPr/>
          </p:nvSpPr>
          <p:spPr>
            <a:xfrm>
              <a:off x="2009913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163;p53">
              <a:extLst>
                <a:ext uri="{FF2B5EF4-FFF2-40B4-BE49-F238E27FC236}">
                  <a16:creationId xmlns:a16="http://schemas.microsoft.com/office/drawing/2014/main" id="{6536A167-0131-BCE2-291A-B9C9C6C2C436}"/>
                </a:ext>
              </a:extLst>
            </p:cNvPr>
            <p:cNvSpPr/>
            <p:nvPr/>
          </p:nvSpPr>
          <p:spPr>
            <a:xfrm>
              <a:off x="2009913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164;p53">
              <a:extLst>
                <a:ext uri="{FF2B5EF4-FFF2-40B4-BE49-F238E27FC236}">
                  <a16:creationId xmlns:a16="http://schemas.microsoft.com/office/drawing/2014/main" id="{3EBE9DE4-91D1-BB94-54D8-EF1ABE19C442}"/>
                </a:ext>
              </a:extLst>
            </p:cNvPr>
            <p:cNvSpPr/>
            <p:nvPr/>
          </p:nvSpPr>
          <p:spPr>
            <a:xfrm>
              <a:off x="2009913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165;p53">
              <a:extLst>
                <a:ext uri="{FF2B5EF4-FFF2-40B4-BE49-F238E27FC236}">
                  <a16:creationId xmlns:a16="http://schemas.microsoft.com/office/drawing/2014/main" id="{AB1C9906-BD5A-2633-6A0A-3B00C2512D51}"/>
                </a:ext>
              </a:extLst>
            </p:cNvPr>
            <p:cNvSpPr/>
            <p:nvPr/>
          </p:nvSpPr>
          <p:spPr>
            <a:xfrm>
              <a:off x="2009913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166;p53">
              <a:extLst>
                <a:ext uri="{FF2B5EF4-FFF2-40B4-BE49-F238E27FC236}">
                  <a16:creationId xmlns:a16="http://schemas.microsoft.com/office/drawing/2014/main" id="{DB03EAA3-9BA1-2C9D-2C56-579711686A3F}"/>
                </a:ext>
              </a:extLst>
            </p:cNvPr>
            <p:cNvSpPr/>
            <p:nvPr/>
          </p:nvSpPr>
          <p:spPr>
            <a:xfrm>
              <a:off x="2009913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167;p53">
              <a:extLst>
                <a:ext uri="{FF2B5EF4-FFF2-40B4-BE49-F238E27FC236}">
                  <a16:creationId xmlns:a16="http://schemas.microsoft.com/office/drawing/2014/main" id="{B79996B3-0518-0768-5DD7-0D55331C5A9A}"/>
                </a:ext>
              </a:extLst>
            </p:cNvPr>
            <p:cNvSpPr/>
            <p:nvPr/>
          </p:nvSpPr>
          <p:spPr>
            <a:xfrm>
              <a:off x="200991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168;p53">
              <a:extLst>
                <a:ext uri="{FF2B5EF4-FFF2-40B4-BE49-F238E27FC236}">
                  <a16:creationId xmlns:a16="http://schemas.microsoft.com/office/drawing/2014/main" id="{F1741F1A-CC6A-B8FE-E6E1-167CFB377337}"/>
                </a:ext>
              </a:extLst>
            </p:cNvPr>
            <p:cNvSpPr/>
            <p:nvPr/>
          </p:nvSpPr>
          <p:spPr>
            <a:xfrm>
              <a:off x="200991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169;p53">
              <a:extLst>
                <a:ext uri="{FF2B5EF4-FFF2-40B4-BE49-F238E27FC236}">
                  <a16:creationId xmlns:a16="http://schemas.microsoft.com/office/drawing/2014/main" id="{F2A83E58-B006-F3AE-85ED-6E98E3017B7C}"/>
                </a:ext>
              </a:extLst>
            </p:cNvPr>
            <p:cNvSpPr/>
            <p:nvPr/>
          </p:nvSpPr>
          <p:spPr>
            <a:xfrm>
              <a:off x="200991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170;p53">
              <a:extLst>
                <a:ext uri="{FF2B5EF4-FFF2-40B4-BE49-F238E27FC236}">
                  <a16:creationId xmlns:a16="http://schemas.microsoft.com/office/drawing/2014/main" id="{169C33EF-E66A-013D-D9AE-D3965C55B8F7}"/>
                </a:ext>
              </a:extLst>
            </p:cNvPr>
            <p:cNvSpPr/>
            <p:nvPr/>
          </p:nvSpPr>
          <p:spPr>
            <a:xfrm>
              <a:off x="200991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171;p53">
              <a:extLst>
                <a:ext uri="{FF2B5EF4-FFF2-40B4-BE49-F238E27FC236}">
                  <a16:creationId xmlns:a16="http://schemas.microsoft.com/office/drawing/2014/main" id="{55A35EC8-9293-0B89-9D90-BDB736C5B2FF}"/>
                </a:ext>
              </a:extLst>
            </p:cNvPr>
            <p:cNvSpPr/>
            <p:nvPr/>
          </p:nvSpPr>
          <p:spPr>
            <a:xfrm>
              <a:off x="200991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172;p53">
              <a:extLst>
                <a:ext uri="{FF2B5EF4-FFF2-40B4-BE49-F238E27FC236}">
                  <a16:creationId xmlns:a16="http://schemas.microsoft.com/office/drawing/2014/main" id="{B301C00B-D428-ED4E-8AFC-F48B7C0D0C2C}"/>
                </a:ext>
              </a:extLst>
            </p:cNvPr>
            <p:cNvSpPr/>
            <p:nvPr/>
          </p:nvSpPr>
          <p:spPr>
            <a:xfrm>
              <a:off x="200991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173;p53">
              <a:extLst>
                <a:ext uri="{FF2B5EF4-FFF2-40B4-BE49-F238E27FC236}">
                  <a16:creationId xmlns:a16="http://schemas.microsoft.com/office/drawing/2014/main" id="{970EB667-F104-C0A8-AC3D-C34A3DFEDD5C}"/>
                </a:ext>
              </a:extLst>
            </p:cNvPr>
            <p:cNvSpPr/>
            <p:nvPr/>
          </p:nvSpPr>
          <p:spPr>
            <a:xfrm>
              <a:off x="2009913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174;p53">
              <a:extLst>
                <a:ext uri="{FF2B5EF4-FFF2-40B4-BE49-F238E27FC236}">
                  <a16:creationId xmlns:a16="http://schemas.microsoft.com/office/drawing/2014/main" id="{8893E006-6119-1B7A-0B3A-D743421CFB47}"/>
                </a:ext>
              </a:extLst>
            </p:cNvPr>
            <p:cNvSpPr/>
            <p:nvPr/>
          </p:nvSpPr>
          <p:spPr>
            <a:xfrm>
              <a:off x="1955229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175;p53">
              <a:extLst>
                <a:ext uri="{FF2B5EF4-FFF2-40B4-BE49-F238E27FC236}">
                  <a16:creationId xmlns:a16="http://schemas.microsoft.com/office/drawing/2014/main" id="{43F4CF51-B36C-BA76-2B5B-D32B8157EA3A}"/>
                </a:ext>
              </a:extLst>
            </p:cNvPr>
            <p:cNvSpPr/>
            <p:nvPr/>
          </p:nvSpPr>
          <p:spPr>
            <a:xfrm>
              <a:off x="195522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176;p53">
              <a:extLst>
                <a:ext uri="{FF2B5EF4-FFF2-40B4-BE49-F238E27FC236}">
                  <a16:creationId xmlns:a16="http://schemas.microsoft.com/office/drawing/2014/main" id="{BB455264-87DB-7D83-4E1F-BD7E3A8FDBB7}"/>
                </a:ext>
              </a:extLst>
            </p:cNvPr>
            <p:cNvSpPr/>
            <p:nvPr/>
          </p:nvSpPr>
          <p:spPr>
            <a:xfrm>
              <a:off x="1955229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177;p53">
              <a:extLst>
                <a:ext uri="{FF2B5EF4-FFF2-40B4-BE49-F238E27FC236}">
                  <a16:creationId xmlns:a16="http://schemas.microsoft.com/office/drawing/2014/main" id="{25395200-F6CA-264D-2AEB-01C259ACD50F}"/>
                </a:ext>
              </a:extLst>
            </p:cNvPr>
            <p:cNvSpPr/>
            <p:nvPr/>
          </p:nvSpPr>
          <p:spPr>
            <a:xfrm>
              <a:off x="195522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178;p53">
              <a:extLst>
                <a:ext uri="{FF2B5EF4-FFF2-40B4-BE49-F238E27FC236}">
                  <a16:creationId xmlns:a16="http://schemas.microsoft.com/office/drawing/2014/main" id="{98257A3F-63AF-5FF3-9CC3-2A27D3AB2689}"/>
                </a:ext>
              </a:extLst>
            </p:cNvPr>
            <p:cNvSpPr/>
            <p:nvPr/>
          </p:nvSpPr>
          <p:spPr>
            <a:xfrm>
              <a:off x="1955229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179;p53">
              <a:extLst>
                <a:ext uri="{FF2B5EF4-FFF2-40B4-BE49-F238E27FC236}">
                  <a16:creationId xmlns:a16="http://schemas.microsoft.com/office/drawing/2014/main" id="{C7B165A7-8415-330F-49DE-D3138E2D9A19}"/>
                </a:ext>
              </a:extLst>
            </p:cNvPr>
            <p:cNvSpPr/>
            <p:nvPr/>
          </p:nvSpPr>
          <p:spPr>
            <a:xfrm>
              <a:off x="1955229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180;p53">
              <a:extLst>
                <a:ext uri="{FF2B5EF4-FFF2-40B4-BE49-F238E27FC236}">
                  <a16:creationId xmlns:a16="http://schemas.microsoft.com/office/drawing/2014/main" id="{AE26E4BE-1C7D-D893-FBE6-F48DFFA91B43}"/>
                </a:ext>
              </a:extLst>
            </p:cNvPr>
            <p:cNvSpPr/>
            <p:nvPr/>
          </p:nvSpPr>
          <p:spPr>
            <a:xfrm>
              <a:off x="1955229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181;p53">
              <a:extLst>
                <a:ext uri="{FF2B5EF4-FFF2-40B4-BE49-F238E27FC236}">
                  <a16:creationId xmlns:a16="http://schemas.microsoft.com/office/drawing/2014/main" id="{36CA32F7-A011-7AE0-DD91-9744833EBF31}"/>
                </a:ext>
              </a:extLst>
            </p:cNvPr>
            <p:cNvSpPr/>
            <p:nvPr/>
          </p:nvSpPr>
          <p:spPr>
            <a:xfrm>
              <a:off x="1955229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182;p53">
              <a:extLst>
                <a:ext uri="{FF2B5EF4-FFF2-40B4-BE49-F238E27FC236}">
                  <a16:creationId xmlns:a16="http://schemas.microsoft.com/office/drawing/2014/main" id="{63027C75-52BC-35A6-471B-8A4C2CD1F007}"/>
                </a:ext>
              </a:extLst>
            </p:cNvPr>
            <p:cNvSpPr/>
            <p:nvPr/>
          </p:nvSpPr>
          <p:spPr>
            <a:xfrm>
              <a:off x="1955229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183;p53">
              <a:extLst>
                <a:ext uri="{FF2B5EF4-FFF2-40B4-BE49-F238E27FC236}">
                  <a16:creationId xmlns:a16="http://schemas.microsoft.com/office/drawing/2014/main" id="{69915CD7-4F27-AEE1-3FAC-6417859A4694}"/>
                </a:ext>
              </a:extLst>
            </p:cNvPr>
            <p:cNvSpPr/>
            <p:nvPr/>
          </p:nvSpPr>
          <p:spPr>
            <a:xfrm>
              <a:off x="1955229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184;p53">
              <a:extLst>
                <a:ext uri="{FF2B5EF4-FFF2-40B4-BE49-F238E27FC236}">
                  <a16:creationId xmlns:a16="http://schemas.microsoft.com/office/drawing/2014/main" id="{4B7E5F4B-8E44-D137-DB26-610FC3E1F16A}"/>
                </a:ext>
              </a:extLst>
            </p:cNvPr>
            <p:cNvSpPr/>
            <p:nvPr/>
          </p:nvSpPr>
          <p:spPr>
            <a:xfrm>
              <a:off x="1955229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185;p53">
              <a:extLst>
                <a:ext uri="{FF2B5EF4-FFF2-40B4-BE49-F238E27FC236}">
                  <a16:creationId xmlns:a16="http://schemas.microsoft.com/office/drawing/2014/main" id="{28AA3233-1AEC-0F3D-A07C-3C4B6E6709D8}"/>
                </a:ext>
              </a:extLst>
            </p:cNvPr>
            <p:cNvSpPr/>
            <p:nvPr/>
          </p:nvSpPr>
          <p:spPr>
            <a:xfrm>
              <a:off x="1955229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186;p53">
              <a:extLst>
                <a:ext uri="{FF2B5EF4-FFF2-40B4-BE49-F238E27FC236}">
                  <a16:creationId xmlns:a16="http://schemas.microsoft.com/office/drawing/2014/main" id="{2B8DAC10-44CD-CB7D-5AB6-342E6BD08BB2}"/>
                </a:ext>
              </a:extLst>
            </p:cNvPr>
            <p:cNvSpPr/>
            <p:nvPr/>
          </p:nvSpPr>
          <p:spPr>
            <a:xfrm>
              <a:off x="1955229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187;p53">
              <a:extLst>
                <a:ext uri="{FF2B5EF4-FFF2-40B4-BE49-F238E27FC236}">
                  <a16:creationId xmlns:a16="http://schemas.microsoft.com/office/drawing/2014/main" id="{3BDB5C9F-46B2-DD7B-789A-A3A00C059E4D}"/>
                </a:ext>
              </a:extLst>
            </p:cNvPr>
            <p:cNvSpPr/>
            <p:nvPr/>
          </p:nvSpPr>
          <p:spPr>
            <a:xfrm>
              <a:off x="1955229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188;p53">
              <a:extLst>
                <a:ext uri="{FF2B5EF4-FFF2-40B4-BE49-F238E27FC236}">
                  <a16:creationId xmlns:a16="http://schemas.microsoft.com/office/drawing/2014/main" id="{635951B3-71B1-349E-C17A-BD21C614F9C1}"/>
                </a:ext>
              </a:extLst>
            </p:cNvPr>
            <p:cNvSpPr/>
            <p:nvPr/>
          </p:nvSpPr>
          <p:spPr>
            <a:xfrm>
              <a:off x="195522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189;p53">
              <a:extLst>
                <a:ext uri="{FF2B5EF4-FFF2-40B4-BE49-F238E27FC236}">
                  <a16:creationId xmlns:a16="http://schemas.microsoft.com/office/drawing/2014/main" id="{D4D5196E-043F-FB9B-9B51-0DF29988E3F9}"/>
                </a:ext>
              </a:extLst>
            </p:cNvPr>
            <p:cNvSpPr/>
            <p:nvPr/>
          </p:nvSpPr>
          <p:spPr>
            <a:xfrm>
              <a:off x="195522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190;p53">
              <a:extLst>
                <a:ext uri="{FF2B5EF4-FFF2-40B4-BE49-F238E27FC236}">
                  <a16:creationId xmlns:a16="http://schemas.microsoft.com/office/drawing/2014/main" id="{4F302287-41DF-11B9-8336-B9AEE97B115B}"/>
                </a:ext>
              </a:extLst>
            </p:cNvPr>
            <p:cNvSpPr/>
            <p:nvPr/>
          </p:nvSpPr>
          <p:spPr>
            <a:xfrm>
              <a:off x="1900563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191;p53">
              <a:extLst>
                <a:ext uri="{FF2B5EF4-FFF2-40B4-BE49-F238E27FC236}">
                  <a16:creationId xmlns:a16="http://schemas.microsoft.com/office/drawing/2014/main" id="{FFC1A013-A500-A838-B5A8-1FF21AA8614B}"/>
                </a:ext>
              </a:extLst>
            </p:cNvPr>
            <p:cNvSpPr/>
            <p:nvPr/>
          </p:nvSpPr>
          <p:spPr>
            <a:xfrm>
              <a:off x="190056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192;p53">
              <a:extLst>
                <a:ext uri="{FF2B5EF4-FFF2-40B4-BE49-F238E27FC236}">
                  <a16:creationId xmlns:a16="http://schemas.microsoft.com/office/drawing/2014/main" id="{8D8D6562-8E17-C8D2-5790-0DC52F2A8869}"/>
                </a:ext>
              </a:extLst>
            </p:cNvPr>
            <p:cNvSpPr/>
            <p:nvPr/>
          </p:nvSpPr>
          <p:spPr>
            <a:xfrm>
              <a:off x="190056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193;p53">
              <a:extLst>
                <a:ext uri="{FF2B5EF4-FFF2-40B4-BE49-F238E27FC236}">
                  <a16:creationId xmlns:a16="http://schemas.microsoft.com/office/drawing/2014/main" id="{EFB79CAA-6C13-F4C8-9523-EF2F5ABE695D}"/>
                </a:ext>
              </a:extLst>
            </p:cNvPr>
            <p:cNvSpPr/>
            <p:nvPr/>
          </p:nvSpPr>
          <p:spPr>
            <a:xfrm>
              <a:off x="190056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194;p53">
              <a:extLst>
                <a:ext uri="{FF2B5EF4-FFF2-40B4-BE49-F238E27FC236}">
                  <a16:creationId xmlns:a16="http://schemas.microsoft.com/office/drawing/2014/main" id="{75185FE7-2FB8-15AC-92F9-65E356DC47A6}"/>
                </a:ext>
              </a:extLst>
            </p:cNvPr>
            <p:cNvSpPr/>
            <p:nvPr/>
          </p:nvSpPr>
          <p:spPr>
            <a:xfrm>
              <a:off x="190056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195;p53">
              <a:extLst>
                <a:ext uri="{FF2B5EF4-FFF2-40B4-BE49-F238E27FC236}">
                  <a16:creationId xmlns:a16="http://schemas.microsoft.com/office/drawing/2014/main" id="{843101FD-979A-E2A9-7FBF-97C0F4D9427A}"/>
                </a:ext>
              </a:extLst>
            </p:cNvPr>
            <p:cNvSpPr/>
            <p:nvPr/>
          </p:nvSpPr>
          <p:spPr>
            <a:xfrm>
              <a:off x="190056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196;p53">
              <a:extLst>
                <a:ext uri="{FF2B5EF4-FFF2-40B4-BE49-F238E27FC236}">
                  <a16:creationId xmlns:a16="http://schemas.microsoft.com/office/drawing/2014/main" id="{7F450717-6B46-0087-3015-309DDF78EA4A}"/>
                </a:ext>
              </a:extLst>
            </p:cNvPr>
            <p:cNvSpPr/>
            <p:nvPr/>
          </p:nvSpPr>
          <p:spPr>
            <a:xfrm>
              <a:off x="190056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197;p53">
              <a:extLst>
                <a:ext uri="{FF2B5EF4-FFF2-40B4-BE49-F238E27FC236}">
                  <a16:creationId xmlns:a16="http://schemas.microsoft.com/office/drawing/2014/main" id="{556E184F-AA19-C9D2-5283-02A89C942B6F}"/>
                </a:ext>
              </a:extLst>
            </p:cNvPr>
            <p:cNvSpPr/>
            <p:nvPr/>
          </p:nvSpPr>
          <p:spPr>
            <a:xfrm>
              <a:off x="190056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198;p53">
              <a:extLst>
                <a:ext uri="{FF2B5EF4-FFF2-40B4-BE49-F238E27FC236}">
                  <a16:creationId xmlns:a16="http://schemas.microsoft.com/office/drawing/2014/main" id="{DF073E3E-43D0-797C-BB95-3320244386FD}"/>
                </a:ext>
              </a:extLst>
            </p:cNvPr>
            <p:cNvSpPr/>
            <p:nvPr/>
          </p:nvSpPr>
          <p:spPr>
            <a:xfrm>
              <a:off x="190056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199;p53">
              <a:extLst>
                <a:ext uri="{FF2B5EF4-FFF2-40B4-BE49-F238E27FC236}">
                  <a16:creationId xmlns:a16="http://schemas.microsoft.com/office/drawing/2014/main" id="{117286B5-BACA-6D83-769A-333E12EF9954}"/>
                </a:ext>
              </a:extLst>
            </p:cNvPr>
            <p:cNvSpPr/>
            <p:nvPr/>
          </p:nvSpPr>
          <p:spPr>
            <a:xfrm>
              <a:off x="190056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200;p53">
              <a:extLst>
                <a:ext uri="{FF2B5EF4-FFF2-40B4-BE49-F238E27FC236}">
                  <a16:creationId xmlns:a16="http://schemas.microsoft.com/office/drawing/2014/main" id="{C01F3EF5-3324-13AE-C2E4-DEB472636F46}"/>
                </a:ext>
              </a:extLst>
            </p:cNvPr>
            <p:cNvSpPr/>
            <p:nvPr/>
          </p:nvSpPr>
          <p:spPr>
            <a:xfrm>
              <a:off x="190056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201;p53">
              <a:extLst>
                <a:ext uri="{FF2B5EF4-FFF2-40B4-BE49-F238E27FC236}">
                  <a16:creationId xmlns:a16="http://schemas.microsoft.com/office/drawing/2014/main" id="{E70858FE-D246-CBEF-D768-6DFFEC0E9514}"/>
                </a:ext>
              </a:extLst>
            </p:cNvPr>
            <p:cNvSpPr/>
            <p:nvPr/>
          </p:nvSpPr>
          <p:spPr>
            <a:xfrm>
              <a:off x="190056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202;p53">
              <a:extLst>
                <a:ext uri="{FF2B5EF4-FFF2-40B4-BE49-F238E27FC236}">
                  <a16:creationId xmlns:a16="http://schemas.microsoft.com/office/drawing/2014/main" id="{C02E4B85-4592-11BF-F595-C05FDF7E8CB2}"/>
                </a:ext>
              </a:extLst>
            </p:cNvPr>
            <p:cNvSpPr/>
            <p:nvPr/>
          </p:nvSpPr>
          <p:spPr>
            <a:xfrm>
              <a:off x="190056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203;p53">
              <a:extLst>
                <a:ext uri="{FF2B5EF4-FFF2-40B4-BE49-F238E27FC236}">
                  <a16:creationId xmlns:a16="http://schemas.microsoft.com/office/drawing/2014/main" id="{58A7F285-7036-4EAB-FDED-F033F411E5E6}"/>
                </a:ext>
              </a:extLst>
            </p:cNvPr>
            <p:cNvSpPr/>
            <p:nvPr/>
          </p:nvSpPr>
          <p:spPr>
            <a:xfrm>
              <a:off x="1900563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204;p53">
              <a:extLst>
                <a:ext uri="{FF2B5EF4-FFF2-40B4-BE49-F238E27FC236}">
                  <a16:creationId xmlns:a16="http://schemas.microsoft.com/office/drawing/2014/main" id="{106335DC-C14D-B3BC-1641-5595A227F5C4}"/>
                </a:ext>
              </a:extLst>
            </p:cNvPr>
            <p:cNvSpPr/>
            <p:nvPr/>
          </p:nvSpPr>
          <p:spPr>
            <a:xfrm>
              <a:off x="190056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205;p53">
              <a:extLst>
                <a:ext uri="{FF2B5EF4-FFF2-40B4-BE49-F238E27FC236}">
                  <a16:creationId xmlns:a16="http://schemas.microsoft.com/office/drawing/2014/main" id="{99488753-B92D-BED3-E1D5-90A6F746AF18}"/>
                </a:ext>
              </a:extLst>
            </p:cNvPr>
            <p:cNvSpPr/>
            <p:nvPr/>
          </p:nvSpPr>
          <p:spPr>
            <a:xfrm>
              <a:off x="190056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206;p53">
              <a:extLst>
                <a:ext uri="{FF2B5EF4-FFF2-40B4-BE49-F238E27FC236}">
                  <a16:creationId xmlns:a16="http://schemas.microsoft.com/office/drawing/2014/main" id="{8AEF7D58-FA9D-72B7-950E-64B269B89B88}"/>
                </a:ext>
              </a:extLst>
            </p:cNvPr>
            <p:cNvSpPr/>
            <p:nvPr/>
          </p:nvSpPr>
          <p:spPr>
            <a:xfrm>
              <a:off x="190056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207;p53">
              <a:extLst>
                <a:ext uri="{FF2B5EF4-FFF2-40B4-BE49-F238E27FC236}">
                  <a16:creationId xmlns:a16="http://schemas.microsoft.com/office/drawing/2014/main" id="{1A1F22BD-BB29-5D14-4C8E-DF93590A7E30}"/>
                </a:ext>
              </a:extLst>
            </p:cNvPr>
            <p:cNvSpPr/>
            <p:nvPr/>
          </p:nvSpPr>
          <p:spPr>
            <a:xfrm>
              <a:off x="190056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208;p53">
              <a:extLst>
                <a:ext uri="{FF2B5EF4-FFF2-40B4-BE49-F238E27FC236}">
                  <a16:creationId xmlns:a16="http://schemas.microsoft.com/office/drawing/2014/main" id="{B6EDD899-A0E8-31B4-E879-FDF4A1C89E93}"/>
                </a:ext>
              </a:extLst>
            </p:cNvPr>
            <p:cNvSpPr/>
            <p:nvPr/>
          </p:nvSpPr>
          <p:spPr>
            <a:xfrm>
              <a:off x="1900563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209;p53">
              <a:extLst>
                <a:ext uri="{FF2B5EF4-FFF2-40B4-BE49-F238E27FC236}">
                  <a16:creationId xmlns:a16="http://schemas.microsoft.com/office/drawing/2014/main" id="{88832A59-7205-58A0-01E8-4088128B0C05}"/>
                </a:ext>
              </a:extLst>
            </p:cNvPr>
            <p:cNvSpPr/>
            <p:nvPr/>
          </p:nvSpPr>
          <p:spPr>
            <a:xfrm>
              <a:off x="1846023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210;p53">
              <a:extLst>
                <a:ext uri="{FF2B5EF4-FFF2-40B4-BE49-F238E27FC236}">
                  <a16:creationId xmlns:a16="http://schemas.microsoft.com/office/drawing/2014/main" id="{83063877-44B2-18AD-5AA6-2F9019522FEA}"/>
                </a:ext>
              </a:extLst>
            </p:cNvPr>
            <p:cNvSpPr/>
            <p:nvPr/>
          </p:nvSpPr>
          <p:spPr>
            <a:xfrm>
              <a:off x="184602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211;p53">
              <a:extLst>
                <a:ext uri="{FF2B5EF4-FFF2-40B4-BE49-F238E27FC236}">
                  <a16:creationId xmlns:a16="http://schemas.microsoft.com/office/drawing/2014/main" id="{9CB0D7E9-07A6-88C4-EC8C-8E622692C8CC}"/>
                </a:ext>
              </a:extLst>
            </p:cNvPr>
            <p:cNvSpPr/>
            <p:nvPr/>
          </p:nvSpPr>
          <p:spPr>
            <a:xfrm>
              <a:off x="184602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212;p53">
              <a:extLst>
                <a:ext uri="{FF2B5EF4-FFF2-40B4-BE49-F238E27FC236}">
                  <a16:creationId xmlns:a16="http://schemas.microsoft.com/office/drawing/2014/main" id="{883ABF5D-0113-3927-9884-D90C0FF7A016}"/>
                </a:ext>
              </a:extLst>
            </p:cNvPr>
            <p:cNvSpPr/>
            <p:nvPr/>
          </p:nvSpPr>
          <p:spPr>
            <a:xfrm>
              <a:off x="184602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213;p53">
              <a:extLst>
                <a:ext uri="{FF2B5EF4-FFF2-40B4-BE49-F238E27FC236}">
                  <a16:creationId xmlns:a16="http://schemas.microsoft.com/office/drawing/2014/main" id="{DE32DBC1-A2C9-D145-FC12-7D9D9635D106}"/>
                </a:ext>
              </a:extLst>
            </p:cNvPr>
            <p:cNvSpPr/>
            <p:nvPr/>
          </p:nvSpPr>
          <p:spPr>
            <a:xfrm>
              <a:off x="184602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214;p53">
              <a:extLst>
                <a:ext uri="{FF2B5EF4-FFF2-40B4-BE49-F238E27FC236}">
                  <a16:creationId xmlns:a16="http://schemas.microsoft.com/office/drawing/2014/main" id="{F744AB0D-BFFC-B219-FA14-A38AFCE2ED80}"/>
                </a:ext>
              </a:extLst>
            </p:cNvPr>
            <p:cNvSpPr/>
            <p:nvPr/>
          </p:nvSpPr>
          <p:spPr>
            <a:xfrm>
              <a:off x="184602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215;p53">
              <a:extLst>
                <a:ext uri="{FF2B5EF4-FFF2-40B4-BE49-F238E27FC236}">
                  <a16:creationId xmlns:a16="http://schemas.microsoft.com/office/drawing/2014/main" id="{E2E4AFBE-A16B-C4C9-4458-05228107C0E1}"/>
                </a:ext>
              </a:extLst>
            </p:cNvPr>
            <p:cNvSpPr/>
            <p:nvPr/>
          </p:nvSpPr>
          <p:spPr>
            <a:xfrm>
              <a:off x="184602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216;p53">
              <a:extLst>
                <a:ext uri="{FF2B5EF4-FFF2-40B4-BE49-F238E27FC236}">
                  <a16:creationId xmlns:a16="http://schemas.microsoft.com/office/drawing/2014/main" id="{F7F1D533-3558-C7BF-2152-0FEE8DD0C4FA}"/>
                </a:ext>
              </a:extLst>
            </p:cNvPr>
            <p:cNvSpPr/>
            <p:nvPr/>
          </p:nvSpPr>
          <p:spPr>
            <a:xfrm>
              <a:off x="184602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217;p53">
              <a:extLst>
                <a:ext uri="{FF2B5EF4-FFF2-40B4-BE49-F238E27FC236}">
                  <a16:creationId xmlns:a16="http://schemas.microsoft.com/office/drawing/2014/main" id="{FF101D07-665D-2A69-37A8-F5E0C51F64F4}"/>
                </a:ext>
              </a:extLst>
            </p:cNvPr>
            <p:cNvSpPr/>
            <p:nvPr/>
          </p:nvSpPr>
          <p:spPr>
            <a:xfrm>
              <a:off x="184602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218;p53">
              <a:extLst>
                <a:ext uri="{FF2B5EF4-FFF2-40B4-BE49-F238E27FC236}">
                  <a16:creationId xmlns:a16="http://schemas.microsoft.com/office/drawing/2014/main" id="{76D3848E-6D3F-AF1D-9ADC-E9E509DFCDE7}"/>
                </a:ext>
              </a:extLst>
            </p:cNvPr>
            <p:cNvSpPr/>
            <p:nvPr/>
          </p:nvSpPr>
          <p:spPr>
            <a:xfrm>
              <a:off x="184602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219;p53">
              <a:extLst>
                <a:ext uri="{FF2B5EF4-FFF2-40B4-BE49-F238E27FC236}">
                  <a16:creationId xmlns:a16="http://schemas.microsoft.com/office/drawing/2014/main" id="{2D5324EC-9F8B-AB18-9F95-F81D307E73EB}"/>
                </a:ext>
              </a:extLst>
            </p:cNvPr>
            <p:cNvSpPr/>
            <p:nvPr/>
          </p:nvSpPr>
          <p:spPr>
            <a:xfrm>
              <a:off x="184602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220;p53">
              <a:extLst>
                <a:ext uri="{FF2B5EF4-FFF2-40B4-BE49-F238E27FC236}">
                  <a16:creationId xmlns:a16="http://schemas.microsoft.com/office/drawing/2014/main" id="{2BAF0A2F-C450-90AA-949B-BD7D8070B1D2}"/>
                </a:ext>
              </a:extLst>
            </p:cNvPr>
            <p:cNvSpPr/>
            <p:nvPr/>
          </p:nvSpPr>
          <p:spPr>
            <a:xfrm>
              <a:off x="184602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221;p53">
              <a:extLst>
                <a:ext uri="{FF2B5EF4-FFF2-40B4-BE49-F238E27FC236}">
                  <a16:creationId xmlns:a16="http://schemas.microsoft.com/office/drawing/2014/main" id="{54D2C76E-673F-DFDD-CB08-F4A17E144369}"/>
                </a:ext>
              </a:extLst>
            </p:cNvPr>
            <p:cNvSpPr/>
            <p:nvPr/>
          </p:nvSpPr>
          <p:spPr>
            <a:xfrm>
              <a:off x="184602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222;p53">
              <a:extLst>
                <a:ext uri="{FF2B5EF4-FFF2-40B4-BE49-F238E27FC236}">
                  <a16:creationId xmlns:a16="http://schemas.microsoft.com/office/drawing/2014/main" id="{20204E36-21A4-AEBC-F147-B8AAE76B2E0E}"/>
                </a:ext>
              </a:extLst>
            </p:cNvPr>
            <p:cNvSpPr/>
            <p:nvPr/>
          </p:nvSpPr>
          <p:spPr>
            <a:xfrm>
              <a:off x="184602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223;p53">
              <a:extLst>
                <a:ext uri="{FF2B5EF4-FFF2-40B4-BE49-F238E27FC236}">
                  <a16:creationId xmlns:a16="http://schemas.microsoft.com/office/drawing/2014/main" id="{6EFD0DB4-1E6F-71D9-6F50-E53AF85264DB}"/>
                </a:ext>
              </a:extLst>
            </p:cNvPr>
            <p:cNvSpPr/>
            <p:nvPr/>
          </p:nvSpPr>
          <p:spPr>
            <a:xfrm>
              <a:off x="184602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224;p53">
              <a:extLst>
                <a:ext uri="{FF2B5EF4-FFF2-40B4-BE49-F238E27FC236}">
                  <a16:creationId xmlns:a16="http://schemas.microsoft.com/office/drawing/2014/main" id="{1A71666A-11D5-B909-CF77-0AE18D0FD03A}"/>
                </a:ext>
              </a:extLst>
            </p:cNvPr>
            <p:cNvSpPr/>
            <p:nvPr/>
          </p:nvSpPr>
          <p:spPr>
            <a:xfrm>
              <a:off x="184602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225;p53">
              <a:extLst>
                <a:ext uri="{FF2B5EF4-FFF2-40B4-BE49-F238E27FC236}">
                  <a16:creationId xmlns:a16="http://schemas.microsoft.com/office/drawing/2014/main" id="{376D948D-6FA0-6F8E-6C36-68F85904C217}"/>
                </a:ext>
              </a:extLst>
            </p:cNvPr>
            <p:cNvSpPr/>
            <p:nvPr/>
          </p:nvSpPr>
          <p:spPr>
            <a:xfrm>
              <a:off x="184602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226;p53">
              <a:extLst>
                <a:ext uri="{FF2B5EF4-FFF2-40B4-BE49-F238E27FC236}">
                  <a16:creationId xmlns:a16="http://schemas.microsoft.com/office/drawing/2014/main" id="{BC259293-8146-A564-EF0F-FF310441AB98}"/>
                </a:ext>
              </a:extLst>
            </p:cNvPr>
            <p:cNvSpPr/>
            <p:nvPr/>
          </p:nvSpPr>
          <p:spPr>
            <a:xfrm>
              <a:off x="184602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227;p53">
              <a:extLst>
                <a:ext uri="{FF2B5EF4-FFF2-40B4-BE49-F238E27FC236}">
                  <a16:creationId xmlns:a16="http://schemas.microsoft.com/office/drawing/2014/main" id="{EFF730AC-8BE4-DF38-E5B2-0ACC28CD4EE8}"/>
                </a:ext>
              </a:extLst>
            </p:cNvPr>
            <p:cNvSpPr/>
            <p:nvPr/>
          </p:nvSpPr>
          <p:spPr>
            <a:xfrm>
              <a:off x="1791357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228;p53">
              <a:extLst>
                <a:ext uri="{FF2B5EF4-FFF2-40B4-BE49-F238E27FC236}">
                  <a16:creationId xmlns:a16="http://schemas.microsoft.com/office/drawing/2014/main" id="{5E3C7218-D708-3DB2-9688-286324434B75}"/>
                </a:ext>
              </a:extLst>
            </p:cNvPr>
            <p:cNvSpPr/>
            <p:nvPr/>
          </p:nvSpPr>
          <p:spPr>
            <a:xfrm>
              <a:off x="179135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229;p53">
              <a:extLst>
                <a:ext uri="{FF2B5EF4-FFF2-40B4-BE49-F238E27FC236}">
                  <a16:creationId xmlns:a16="http://schemas.microsoft.com/office/drawing/2014/main" id="{B3EDB5A1-039E-ED9D-8F64-89806516E8C4}"/>
                </a:ext>
              </a:extLst>
            </p:cNvPr>
            <p:cNvSpPr/>
            <p:nvPr/>
          </p:nvSpPr>
          <p:spPr>
            <a:xfrm>
              <a:off x="179135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230;p53">
              <a:extLst>
                <a:ext uri="{FF2B5EF4-FFF2-40B4-BE49-F238E27FC236}">
                  <a16:creationId xmlns:a16="http://schemas.microsoft.com/office/drawing/2014/main" id="{EBE7AFDE-5D96-94CC-2C50-388652446431}"/>
                </a:ext>
              </a:extLst>
            </p:cNvPr>
            <p:cNvSpPr/>
            <p:nvPr/>
          </p:nvSpPr>
          <p:spPr>
            <a:xfrm>
              <a:off x="1791357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231;p53">
              <a:extLst>
                <a:ext uri="{FF2B5EF4-FFF2-40B4-BE49-F238E27FC236}">
                  <a16:creationId xmlns:a16="http://schemas.microsoft.com/office/drawing/2014/main" id="{900C4760-4BDD-9CC3-FDCA-8B7E4197517E}"/>
                </a:ext>
              </a:extLst>
            </p:cNvPr>
            <p:cNvSpPr/>
            <p:nvPr/>
          </p:nvSpPr>
          <p:spPr>
            <a:xfrm>
              <a:off x="179135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232;p53">
              <a:extLst>
                <a:ext uri="{FF2B5EF4-FFF2-40B4-BE49-F238E27FC236}">
                  <a16:creationId xmlns:a16="http://schemas.microsoft.com/office/drawing/2014/main" id="{4619AC01-8AF9-3C40-DC1D-357DDA4C633F}"/>
                </a:ext>
              </a:extLst>
            </p:cNvPr>
            <p:cNvSpPr/>
            <p:nvPr/>
          </p:nvSpPr>
          <p:spPr>
            <a:xfrm>
              <a:off x="1791357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233;p53">
              <a:extLst>
                <a:ext uri="{FF2B5EF4-FFF2-40B4-BE49-F238E27FC236}">
                  <a16:creationId xmlns:a16="http://schemas.microsoft.com/office/drawing/2014/main" id="{B73E1D0A-39C3-B4DD-43F9-8E65D86410E2}"/>
                </a:ext>
              </a:extLst>
            </p:cNvPr>
            <p:cNvSpPr/>
            <p:nvPr/>
          </p:nvSpPr>
          <p:spPr>
            <a:xfrm>
              <a:off x="1791357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234;p53">
              <a:extLst>
                <a:ext uri="{FF2B5EF4-FFF2-40B4-BE49-F238E27FC236}">
                  <a16:creationId xmlns:a16="http://schemas.microsoft.com/office/drawing/2014/main" id="{4DBA444A-2C16-23C1-3580-C6D6F20BF8D4}"/>
                </a:ext>
              </a:extLst>
            </p:cNvPr>
            <p:cNvSpPr/>
            <p:nvPr/>
          </p:nvSpPr>
          <p:spPr>
            <a:xfrm>
              <a:off x="179135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235;p53">
              <a:extLst>
                <a:ext uri="{FF2B5EF4-FFF2-40B4-BE49-F238E27FC236}">
                  <a16:creationId xmlns:a16="http://schemas.microsoft.com/office/drawing/2014/main" id="{CD627599-054D-450B-E8CA-C5D5900BC099}"/>
                </a:ext>
              </a:extLst>
            </p:cNvPr>
            <p:cNvSpPr/>
            <p:nvPr/>
          </p:nvSpPr>
          <p:spPr>
            <a:xfrm>
              <a:off x="179135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236;p53">
              <a:extLst>
                <a:ext uri="{FF2B5EF4-FFF2-40B4-BE49-F238E27FC236}">
                  <a16:creationId xmlns:a16="http://schemas.microsoft.com/office/drawing/2014/main" id="{5B373365-DFD5-E20B-D769-BF6176C46C97}"/>
                </a:ext>
              </a:extLst>
            </p:cNvPr>
            <p:cNvSpPr/>
            <p:nvPr/>
          </p:nvSpPr>
          <p:spPr>
            <a:xfrm>
              <a:off x="1791357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237;p53">
              <a:extLst>
                <a:ext uri="{FF2B5EF4-FFF2-40B4-BE49-F238E27FC236}">
                  <a16:creationId xmlns:a16="http://schemas.microsoft.com/office/drawing/2014/main" id="{7F6DB51B-F7E4-6472-AC5E-7A29997A5E4E}"/>
                </a:ext>
              </a:extLst>
            </p:cNvPr>
            <p:cNvSpPr/>
            <p:nvPr/>
          </p:nvSpPr>
          <p:spPr>
            <a:xfrm>
              <a:off x="179135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238;p53">
              <a:extLst>
                <a:ext uri="{FF2B5EF4-FFF2-40B4-BE49-F238E27FC236}">
                  <a16:creationId xmlns:a16="http://schemas.microsoft.com/office/drawing/2014/main" id="{3EACFDBC-F6BD-9428-A4B4-9E1050B4FDB3}"/>
                </a:ext>
              </a:extLst>
            </p:cNvPr>
            <p:cNvSpPr/>
            <p:nvPr/>
          </p:nvSpPr>
          <p:spPr>
            <a:xfrm>
              <a:off x="179135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239;p53">
              <a:extLst>
                <a:ext uri="{FF2B5EF4-FFF2-40B4-BE49-F238E27FC236}">
                  <a16:creationId xmlns:a16="http://schemas.microsoft.com/office/drawing/2014/main" id="{48E5DD72-8F9C-4ECF-277C-82C7F5E116E6}"/>
                </a:ext>
              </a:extLst>
            </p:cNvPr>
            <p:cNvSpPr/>
            <p:nvPr/>
          </p:nvSpPr>
          <p:spPr>
            <a:xfrm>
              <a:off x="179135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240;p53">
              <a:extLst>
                <a:ext uri="{FF2B5EF4-FFF2-40B4-BE49-F238E27FC236}">
                  <a16:creationId xmlns:a16="http://schemas.microsoft.com/office/drawing/2014/main" id="{A4F6F355-0720-4A40-FF71-1435F5F7D372}"/>
                </a:ext>
              </a:extLst>
            </p:cNvPr>
            <p:cNvSpPr/>
            <p:nvPr/>
          </p:nvSpPr>
          <p:spPr>
            <a:xfrm>
              <a:off x="179135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241;p53">
              <a:extLst>
                <a:ext uri="{FF2B5EF4-FFF2-40B4-BE49-F238E27FC236}">
                  <a16:creationId xmlns:a16="http://schemas.microsoft.com/office/drawing/2014/main" id="{05A5C828-0345-03C6-7A87-9B004A54CB04}"/>
                </a:ext>
              </a:extLst>
            </p:cNvPr>
            <p:cNvSpPr/>
            <p:nvPr/>
          </p:nvSpPr>
          <p:spPr>
            <a:xfrm>
              <a:off x="179135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242;p53">
              <a:extLst>
                <a:ext uri="{FF2B5EF4-FFF2-40B4-BE49-F238E27FC236}">
                  <a16:creationId xmlns:a16="http://schemas.microsoft.com/office/drawing/2014/main" id="{D68D6482-E980-82F5-DB99-5192AE69322B}"/>
                </a:ext>
              </a:extLst>
            </p:cNvPr>
            <p:cNvSpPr/>
            <p:nvPr/>
          </p:nvSpPr>
          <p:spPr>
            <a:xfrm>
              <a:off x="179135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243;p53">
              <a:extLst>
                <a:ext uri="{FF2B5EF4-FFF2-40B4-BE49-F238E27FC236}">
                  <a16:creationId xmlns:a16="http://schemas.microsoft.com/office/drawing/2014/main" id="{3E5165EF-6B9E-F44F-4505-07123F53340B}"/>
                </a:ext>
              </a:extLst>
            </p:cNvPr>
            <p:cNvSpPr/>
            <p:nvPr/>
          </p:nvSpPr>
          <p:spPr>
            <a:xfrm>
              <a:off x="1791357" y="177981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244;p53">
              <a:extLst>
                <a:ext uri="{FF2B5EF4-FFF2-40B4-BE49-F238E27FC236}">
                  <a16:creationId xmlns:a16="http://schemas.microsoft.com/office/drawing/2014/main" id="{561D79A9-B882-EDB3-0425-01DAABD5E2A5}"/>
                </a:ext>
              </a:extLst>
            </p:cNvPr>
            <p:cNvSpPr/>
            <p:nvPr/>
          </p:nvSpPr>
          <p:spPr>
            <a:xfrm>
              <a:off x="1736673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245;p53">
              <a:extLst>
                <a:ext uri="{FF2B5EF4-FFF2-40B4-BE49-F238E27FC236}">
                  <a16:creationId xmlns:a16="http://schemas.microsoft.com/office/drawing/2014/main" id="{AF0AB69E-B8A6-9E6E-1254-0EB39F719412}"/>
                </a:ext>
              </a:extLst>
            </p:cNvPr>
            <p:cNvSpPr/>
            <p:nvPr/>
          </p:nvSpPr>
          <p:spPr>
            <a:xfrm>
              <a:off x="173667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246;p53">
              <a:extLst>
                <a:ext uri="{FF2B5EF4-FFF2-40B4-BE49-F238E27FC236}">
                  <a16:creationId xmlns:a16="http://schemas.microsoft.com/office/drawing/2014/main" id="{412E9ECD-7A9E-6AAE-92D4-18673E7590E2}"/>
                </a:ext>
              </a:extLst>
            </p:cNvPr>
            <p:cNvSpPr/>
            <p:nvPr/>
          </p:nvSpPr>
          <p:spPr>
            <a:xfrm>
              <a:off x="173667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247;p53">
              <a:extLst>
                <a:ext uri="{FF2B5EF4-FFF2-40B4-BE49-F238E27FC236}">
                  <a16:creationId xmlns:a16="http://schemas.microsoft.com/office/drawing/2014/main" id="{A1955927-81F8-4D84-BB3E-6C8562E374A3}"/>
                </a:ext>
              </a:extLst>
            </p:cNvPr>
            <p:cNvSpPr/>
            <p:nvPr/>
          </p:nvSpPr>
          <p:spPr>
            <a:xfrm>
              <a:off x="173667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248;p53">
              <a:extLst>
                <a:ext uri="{FF2B5EF4-FFF2-40B4-BE49-F238E27FC236}">
                  <a16:creationId xmlns:a16="http://schemas.microsoft.com/office/drawing/2014/main" id="{92C60145-E820-1AD4-69CD-19112CCB6B0F}"/>
                </a:ext>
              </a:extLst>
            </p:cNvPr>
            <p:cNvSpPr/>
            <p:nvPr/>
          </p:nvSpPr>
          <p:spPr>
            <a:xfrm>
              <a:off x="173667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249;p53">
              <a:extLst>
                <a:ext uri="{FF2B5EF4-FFF2-40B4-BE49-F238E27FC236}">
                  <a16:creationId xmlns:a16="http://schemas.microsoft.com/office/drawing/2014/main" id="{0541BE46-78E9-5FD5-32A3-64556F0C0AA8}"/>
                </a:ext>
              </a:extLst>
            </p:cNvPr>
            <p:cNvSpPr/>
            <p:nvPr/>
          </p:nvSpPr>
          <p:spPr>
            <a:xfrm>
              <a:off x="173667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250;p53">
              <a:extLst>
                <a:ext uri="{FF2B5EF4-FFF2-40B4-BE49-F238E27FC236}">
                  <a16:creationId xmlns:a16="http://schemas.microsoft.com/office/drawing/2014/main" id="{BFFCFA59-9337-1C87-6FBD-0CC14419A230}"/>
                </a:ext>
              </a:extLst>
            </p:cNvPr>
            <p:cNvSpPr/>
            <p:nvPr/>
          </p:nvSpPr>
          <p:spPr>
            <a:xfrm>
              <a:off x="173667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251;p53">
              <a:extLst>
                <a:ext uri="{FF2B5EF4-FFF2-40B4-BE49-F238E27FC236}">
                  <a16:creationId xmlns:a16="http://schemas.microsoft.com/office/drawing/2014/main" id="{231343A1-E24F-9498-A956-2A77F5232703}"/>
                </a:ext>
              </a:extLst>
            </p:cNvPr>
            <p:cNvSpPr/>
            <p:nvPr/>
          </p:nvSpPr>
          <p:spPr>
            <a:xfrm>
              <a:off x="173667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252;p53">
              <a:extLst>
                <a:ext uri="{FF2B5EF4-FFF2-40B4-BE49-F238E27FC236}">
                  <a16:creationId xmlns:a16="http://schemas.microsoft.com/office/drawing/2014/main" id="{5AA39ED0-4692-955E-E689-CA2E5EFDF6AA}"/>
                </a:ext>
              </a:extLst>
            </p:cNvPr>
            <p:cNvSpPr/>
            <p:nvPr/>
          </p:nvSpPr>
          <p:spPr>
            <a:xfrm>
              <a:off x="173667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253;p53">
              <a:extLst>
                <a:ext uri="{FF2B5EF4-FFF2-40B4-BE49-F238E27FC236}">
                  <a16:creationId xmlns:a16="http://schemas.microsoft.com/office/drawing/2014/main" id="{BEAA2425-4AFC-6639-E8BC-67705D53F1DB}"/>
                </a:ext>
              </a:extLst>
            </p:cNvPr>
            <p:cNvSpPr/>
            <p:nvPr/>
          </p:nvSpPr>
          <p:spPr>
            <a:xfrm>
              <a:off x="173667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254;p53">
              <a:extLst>
                <a:ext uri="{FF2B5EF4-FFF2-40B4-BE49-F238E27FC236}">
                  <a16:creationId xmlns:a16="http://schemas.microsoft.com/office/drawing/2014/main" id="{290D026B-E3F3-987A-8F48-B4025E227F52}"/>
                </a:ext>
              </a:extLst>
            </p:cNvPr>
            <p:cNvSpPr/>
            <p:nvPr/>
          </p:nvSpPr>
          <p:spPr>
            <a:xfrm>
              <a:off x="173667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255;p53">
              <a:extLst>
                <a:ext uri="{FF2B5EF4-FFF2-40B4-BE49-F238E27FC236}">
                  <a16:creationId xmlns:a16="http://schemas.microsoft.com/office/drawing/2014/main" id="{F47D7282-23FC-8782-620E-07AD10E5D5FB}"/>
                </a:ext>
              </a:extLst>
            </p:cNvPr>
            <p:cNvSpPr/>
            <p:nvPr/>
          </p:nvSpPr>
          <p:spPr>
            <a:xfrm>
              <a:off x="173667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256;p53">
              <a:extLst>
                <a:ext uri="{FF2B5EF4-FFF2-40B4-BE49-F238E27FC236}">
                  <a16:creationId xmlns:a16="http://schemas.microsoft.com/office/drawing/2014/main" id="{26DBEB17-B326-B50E-A331-56FD21A8C0C5}"/>
                </a:ext>
              </a:extLst>
            </p:cNvPr>
            <p:cNvSpPr/>
            <p:nvPr/>
          </p:nvSpPr>
          <p:spPr>
            <a:xfrm>
              <a:off x="173667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257;p53">
              <a:extLst>
                <a:ext uri="{FF2B5EF4-FFF2-40B4-BE49-F238E27FC236}">
                  <a16:creationId xmlns:a16="http://schemas.microsoft.com/office/drawing/2014/main" id="{3D6F6472-42ED-81DD-7039-A52510460E48}"/>
                </a:ext>
              </a:extLst>
            </p:cNvPr>
            <p:cNvSpPr/>
            <p:nvPr/>
          </p:nvSpPr>
          <p:spPr>
            <a:xfrm>
              <a:off x="173667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258;p53">
              <a:extLst>
                <a:ext uri="{FF2B5EF4-FFF2-40B4-BE49-F238E27FC236}">
                  <a16:creationId xmlns:a16="http://schemas.microsoft.com/office/drawing/2014/main" id="{B4CF232F-686F-D0B0-6DA2-C061855274FD}"/>
                </a:ext>
              </a:extLst>
            </p:cNvPr>
            <p:cNvSpPr/>
            <p:nvPr/>
          </p:nvSpPr>
          <p:spPr>
            <a:xfrm>
              <a:off x="173667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259;p53">
              <a:extLst>
                <a:ext uri="{FF2B5EF4-FFF2-40B4-BE49-F238E27FC236}">
                  <a16:creationId xmlns:a16="http://schemas.microsoft.com/office/drawing/2014/main" id="{5B5C4E1D-C168-A201-0AEE-864D817884E4}"/>
                </a:ext>
              </a:extLst>
            </p:cNvPr>
            <p:cNvSpPr/>
            <p:nvPr/>
          </p:nvSpPr>
          <p:spPr>
            <a:xfrm>
              <a:off x="173667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260;p53">
              <a:extLst>
                <a:ext uri="{FF2B5EF4-FFF2-40B4-BE49-F238E27FC236}">
                  <a16:creationId xmlns:a16="http://schemas.microsoft.com/office/drawing/2014/main" id="{D6CD4EE7-5869-17B8-F920-15AEA6897618}"/>
                </a:ext>
              </a:extLst>
            </p:cNvPr>
            <p:cNvSpPr/>
            <p:nvPr/>
          </p:nvSpPr>
          <p:spPr>
            <a:xfrm>
              <a:off x="173667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261;p53">
              <a:extLst>
                <a:ext uri="{FF2B5EF4-FFF2-40B4-BE49-F238E27FC236}">
                  <a16:creationId xmlns:a16="http://schemas.microsoft.com/office/drawing/2014/main" id="{A0D9578B-34EF-8D3E-D2DA-2C8094675EBC}"/>
                </a:ext>
              </a:extLst>
            </p:cNvPr>
            <p:cNvSpPr/>
            <p:nvPr/>
          </p:nvSpPr>
          <p:spPr>
            <a:xfrm>
              <a:off x="1736673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262;p53">
              <a:extLst>
                <a:ext uri="{FF2B5EF4-FFF2-40B4-BE49-F238E27FC236}">
                  <a16:creationId xmlns:a16="http://schemas.microsoft.com/office/drawing/2014/main" id="{73AFC7E4-71B5-B3EA-385D-0EEDB0C2DC07}"/>
                </a:ext>
              </a:extLst>
            </p:cNvPr>
            <p:cNvSpPr/>
            <p:nvPr/>
          </p:nvSpPr>
          <p:spPr>
            <a:xfrm>
              <a:off x="168200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263;p53">
              <a:extLst>
                <a:ext uri="{FF2B5EF4-FFF2-40B4-BE49-F238E27FC236}">
                  <a16:creationId xmlns:a16="http://schemas.microsoft.com/office/drawing/2014/main" id="{744B72A1-3266-B981-B705-9425B1E9E02E}"/>
                </a:ext>
              </a:extLst>
            </p:cNvPr>
            <p:cNvSpPr/>
            <p:nvPr/>
          </p:nvSpPr>
          <p:spPr>
            <a:xfrm>
              <a:off x="168200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264;p53">
              <a:extLst>
                <a:ext uri="{FF2B5EF4-FFF2-40B4-BE49-F238E27FC236}">
                  <a16:creationId xmlns:a16="http://schemas.microsoft.com/office/drawing/2014/main" id="{4EDD8DD0-29BF-4B35-3AC6-6246F047E7F5}"/>
                </a:ext>
              </a:extLst>
            </p:cNvPr>
            <p:cNvSpPr/>
            <p:nvPr/>
          </p:nvSpPr>
          <p:spPr>
            <a:xfrm>
              <a:off x="168200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265;p53">
              <a:extLst>
                <a:ext uri="{FF2B5EF4-FFF2-40B4-BE49-F238E27FC236}">
                  <a16:creationId xmlns:a16="http://schemas.microsoft.com/office/drawing/2014/main" id="{6BBE6B3D-8E57-446C-0BFC-FF8FEC80C85C}"/>
                </a:ext>
              </a:extLst>
            </p:cNvPr>
            <p:cNvSpPr/>
            <p:nvPr/>
          </p:nvSpPr>
          <p:spPr>
            <a:xfrm>
              <a:off x="168200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266;p53">
              <a:extLst>
                <a:ext uri="{FF2B5EF4-FFF2-40B4-BE49-F238E27FC236}">
                  <a16:creationId xmlns:a16="http://schemas.microsoft.com/office/drawing/2014/main" id="{741EE930-0B46-A880-FF74-F6D2FA7B91F2}"/>
                </a:ext>
              </a:extLst>
            </p:cNvPr>
            <p:cNvSpPr/>
            <p:nvPr/>
          </p:nvSpPr>
          <p:spPr>
            <a:xfrm>
              <a:off x="168200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267;p53">
              <a:extLst>
                <a:ext uri="{FF2B5EF4-FFF2-40B4-BE49-F238E27FC236}">
                  <a16:creationId xmlns:a16="http://schemas.microsoft.com/office/drawing/2014/main" id="{F79E32BC-EB0E-A3AF-3D70-29F779A58D9E}"/>
                </a:ext>
              </a:extLst>
            </p:cNvPr>
            <p:cNvSpPr/>
            <p:nvPr/>
          </p:nvSpPr>
          <p:spPr>
            <a:xfrm>
              <a:off x="168200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268;p53">
              <a:extLst>
                <a:ext uri="{FF2B5EF4-FFF2-40B4-BE49-F238E27FC236}">
                  <a16:creationId xmlns:a16="http://schemas.microsoft.com/office/drawing/2014/main" id="{C9274B1B-3ADC-83B9-8392-B784E5EA04E2}"/>
                </a:ext>
              </a:extLst>
            </p:cNvPr>
            <p:cNvSpPr/>
            <p:nvPr/>
          </p:nvSpPr>
          <p:spPr>
            <a:xfrm>
              <a:off x="168200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269;p53">
              <a:extLst>
                <a:ext uri="{FF2B5EF4-FFF2-40B4-BE49-F238E27FC236}">
                  <a16:creationId xmlns:a16="http://schemas.microsoft.com/office/drawing/2014/main" id="{00F5F080-5AC8-DF39-804C-8923D1528C01}"/>
                </a:ext>
              </a:extLst>
            </p:cNvPr>
            <p:cNvSpPr/>
            <p:nvPr/>
          </p:nvSpPr>
          <p:spPr>
            <a:xfrm>
              <a:off x="168200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270;p53">
              <a:extLst>
                <a:ext uri="{FF2B5EF4-FFF2-40B4-BE49-F238E27FC236}">
                  <a16:creationId xmlns:a16="http://schemas.microsoft.com/office/drawing/2014/main" id="{9C8FDDFC-91B9-280C-F591-0464AADE65D8}"/>
                </a:ext>
              </a:extLst>
            </p:cNvPr>
            <p:cNvSpPr/>
            <p:nvPr/>
          </p:nvSpPr>
          <p:spPr>
            <a:xfrm>
              <a:off x="168200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271;p53">
              <a:extLst>
                <a:ext uri="{FF2B5EF4-FFF2-40B4-BE49-F238E27FC236}">
                  <a16:creationId xmlns:a16="http://schemas.microsoft.com/office/drawing/2014/main" id="{622626DA-8A0D-DAAE-11E3-DECEEB91E622}"/>
                </a:ext>
              </a:extLst>
            </p:cNvPr>
            <p:cNvSpPr/>
            <p:nvPr/>
          </p:nvSpPr>
          <p:spPr>
            <a:xfrm>
              <a:off x="168200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272;p53">
              <a:extLst>
                <a:ext uri="{FF2B5EF4-FFF2-40B4-BE49-F238E27FC236}">
                  <a16:creationId xmlns:a16="http://schemas.microsoft.com/office/drawing/2014/main" id="{6C8B1B48-DA11-30F3-44BF-67FE1C1EB5D0}"/>
                </a:ext>
              </a:extLst>
            </p:cNvPr>
            <p:cNvSpPr/>
            <p:nvPr/>
          </p:nvSpPr>
          <p:spPr>
            <a:xfrm>
              <a:off x="168200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273;p53">
              <a:extLst>
                <a:ext uri="{FF2B5EF4-FFF2-40B4-BE49-F238E27FC236}">
                  <a16:creationId xmlns:a16="http://schemas.microsoft.com/office/drawing/2014/main" id="{0E4424F1-3AFD-CDBF-D10E-7328FDDA92AF}"/>
                </a:ext>
              </a:extLst>
            </p:cNvPr>
            <p:cNvSpPr/>
            <p:nvPr/>
          </p:nvSpPr>
          <p:spPr>
            <a:xfrm>
              <a:off x="168200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274;p53">
              <a:extLst>
                <a:ext uri="{FF2B5EF4-FFF2-40B4-BE49-F238E27FC236}">
                  <a16:creationId xmlns:a16="http://schemas.microsoft.com/office/drawing/2014/main" id="{9172C2B2-00D5-D5B9-9B40-7CE843E37B6C}"/>
                </a:ext>
              </a:extLst>
            </p:cNvPr>
            <p:cNvSpPr/>
            <p:nvPr/>
          </p:nvSpPr>
          <p:spPr>
            <a:xfrm>
              <a:off x="168200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275;p53">
              <a:extLst>
                <a:ext uri="{FF2B5EF4-FFF2-40B4-BE49-F238E27FC236}">
                  <a16:creationId xmlns:a16="http://schemas.microsoft.com/office/drawing/2014/main" id="{6B1A7909-9882-836F-F216-0DDC507FC057}"/>
                </a:ext>
              </a:extLst>
            </p:cNvPr>
            <p:cNvSpPr/>
            <p:nvPr/>
          </p:nvSpPr>
          <p:spPr>
            <a:xfrm>
              <a:off x="168200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276;p53">
              <a:extLst>
                <a:ext uri="{FF2B5EF4-FFF2-40B4-BE49-F238E27FC236}">
                  <a16:creationId xmlns:a16="http://schemas.microsoft.com/office/drawing/2014/main" id="{239A74E6-BA08-929A-2C12-7148A23EC4AF}"/>
                </a:ext>
              </a:extLst>
            </p:cNvPr>
            <p:cNvSpPr/>
            <p:nvPr/>
          </p:nvSpPr>
          <p:spPr>
            <a:xfrm>
              <a:off x="168200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277;p53">
              <a:extLst>
                <a:ext uri="{FF2B5EF4-FFF2-40B4-BE49-F238E27FC236}">
                  <a16:creationId xmlns:a16="http://schemas.microsoft.com/office/drawing/2014/main" id="{E98F32BB-3828-88C9-53A1-24C4529C265A}"/>
                </a:ext>
              </a:extLst>
            </p:cNvPr>
            <p:cNvSpPr/>
            <p:nvPr/>
          </p:nvSpPr>
          <p:spPr>
            <a:xfrm>
              <a:off x="1627324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278;p53">
              <a:extLst>
                <a:ext uri="{FF2B5EF4-FFF2-40B4-BE49-F238E27FC236}">
                  <a16:creationId xmlns:a16="http://schemas.microsoft.com/office/drawing/2014/main" id="{F8AE788D-B71E-487D-30BB-44EC023FA786}"/>
                </a:ext>
              </a:extLst>
            </p:cNvPr>
            <p:cNvSpPr/>
            <p:nvPr/>
          </p:nvSpPr>
          <p:spPr>
            <a:xfrm>
              <a:off x="1627324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279;p53">
              <a:extLst>
                <a:ext uri="{FF2B5EF4-FFF2-40B4-BE49-F238E27FC236}">
                  <a16:creationId xmlns:a16="http://schemas.microsoft.com/office/drawing/2014/main" id="{C4E9C425-CB77-6ADC-FD6F-9390BB249284}"/>
                </a:ext>
              </a:extLst>
            </p:cNvPr>
            <p:cNvSpPr/>
            <p:nvPr/>
          </p:nvSpPr>
          <p:spPr>
            <a:xfrm>
              <a:off x="1627324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280;p53">
              <a:extLst>
                <a:ext uri="{FF2B5EF4-FFF2-40B4-BE49-F238E27FC236}">
                  <a16:creationId xmlns:a16="http://schemas.microsoft.com/office/drawing/2014/main" id="{CE0375A7-0ADA-203C-2A58-E81009ED5C5C}"/>
                </a:ext>
              </a:extLst>
            </p:cNvPr>
            <p:cNvSpPr/>
            <p:nvPr/>
          </p:nvSpPr>
          <p:spPr>
            <a:xfrm>
              <a:off x="162732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281;p53">
              <a:extLst>
                <a:ext uri="{FF2B5EF4-FFF2-40B4-BE49-F238E27FC236}">
                  <a16:creationId xmlns:a16="http://schemas.microsoft.com/office/drawing/2014/main" id="{5D6EAD4B-53DB-FEF5-B09F-74228DFBA031}"/>
                </a:ext>
              </a:extLst>
            </p:cNvPr>
            <p:cNvSpPr/>
            <p:nvPr/>
          </p:nvSpPr>
          <p:spPr>
            <a:xfrm>
              <a:off x="162732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282;p53">
              <a:extLst>
                <a:ext uri="{FF2B5EF4-FFF2-40B4-BE49-F238E27FC236}">
                  <a16:creationId xmlns:a16="http://schemas.microsoft.com/office/drawing/2014/main" id="{A033D1BC-9562-6B5E-9B5E-50F6D21F5A38}"/>
                </a:ext>
              </a:extLst>
            </p:cNvPr>
            <p:cNvSpPr/>
            <p:nvPr/>
          </p:nvSpPr>
          <p:spPr>
            <a:xfrm>
              <a:off x="162732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283;p53">
              <a:extLst>
                <a:ext uri="{FF2B5EF4-FFF2-40B4-BE49-F238E27FC236}">
                  <a16:creationId xmlns:a16="http://schemas.microsoft.com/office/drawing/2014/main" id="{AC2AAE65-2008-B25E-E6E5-76D19E14790B}"/>
                </a:ext>
              </a:extLst>
            </p:cNvPr>
            <p:cNvSpPr/>
            <p:nvPr/>
          </p:nvSpPr>
          <p:spPr>
            <a:xfrm>
              <a:off x="162732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284;p53">
              <a:extLst>
                <a:ext uri="{FF2B5EF4-FFF2-40B4-BE49-F238E27FC236}">
                  <a16:creationId xmlns:a16="http://schemas.microsoft.com/office/drawing/2014/main" id="{E4902896-3F4A-2BC3-8EAB-23BAC3BAE303}"/>
                </a:ext>
              </a:extLst>
            </p:cNvPr>
            <p:cNvSpPr/>
            <p:nvPr/>
          </p:nvSpPr>
          <p:spPr>
            <a:xfrm>
              <a:off x="1627324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285;p53">
              <a:extLst>
                <a:ext uri="{FF2B5EF4-FFF2-40B4-BE49-F238E27FC236}">
                  <a16:creationId xmlns:a16="http://schemas.microsoft.com/office/drawing/2014/main" id="{79DCEA37-C9B2-DC16-5919-7A8258783875}"/>
                </a:ext>
              </a:extLst>
            </p:cNvPr>
            <p:cNvSpPr/>
            <p:nvPr/>
          </p:nvSpPr>
          <p:spPr>
            <a:xfrm>
              <a:off x="162732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286;p53">
              <a:extLst>
                <a:ext uri="{FF2B5EF4-FFF2-40B4-BE49-F238E27FC236}">
                  <a16:creationId xmlns:a16="http://schemas.microsoft.com/office/drawing/2014/main" id="{143C51E4-5D98-CCB9-9347-98CE70A552C0}"/>
                </a:ext>
              </a:extLst>
            </p:cNvPr>
            <p:cNvSpPr/>
            <p:nvPr/>
          </p:nvSpPr>
          <p:spPr>
            <a:xfrm>
              <a:off x="162732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287;p53">
              <a:extLst>
                <a:ext uri="{FF2B5EF4-FFF2-40B4-BE49-F238E27FC236}">
                  <a16:creationId xmlns:a16="http://schemas.microsoft.com/office/drawing/2014/main" id="{D5D75182-6CFC-1319-A450-949B2CEB8C2D}"/>
                </a:ext>
              </a:extLst>
            </p:cNvPr>
            <p:cNvSpPr/>
            <p:nvPr/>
          </p:nvSpPr>
          <p:spPr>
            <a:xfrm>
              <a:off x="162732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288;p53">
              <a:extLst>
                <a:ext uri="{FF2B5EF4-FFF2-40B4-BE49-F238E27FC236}">
                  <a16:creationId xmlns:a16="http://schemas.microsoft.com/office/drawing/2014/main" id="{3EC49B0B-8091-2E93-DBE6-6C35EA442316}"/>
                </a:ext>
              </a:extLst>
            </p:cNvPr>
            <p:cNvSpPr/>
            <p:nvPr/>
          </p:nvSpPr>
          <p:spPr>
            <a:xfrm>
              <a:off x="162732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289;p53">
              <a:extLst>
                <a:ext uri="{FF2B5EF4-FFF2-40B4-BE49-F238E27FC236}">
                  <a16:creationId xmlns:a16="http://schemas.microsoft.com/office/drawing/2014/main" id="{6C49E1F2-9E6A-20DB-78EA-BC398515CD45}"/>
                </a:ext>
              </a:extLst>
            </p:cNvPr>
            <p:cNvSpPr/>
            <p:nvPr/>
          </p:nvSpPr>
          <p:spPr>
            <a:xfrm>
              <a:off x="162732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290;p53">
              <a:extLst>
                <a:ext uri="{FF2B5EF4-FFF2-40B4-BE49-F238E27FC236}">
                  <a16:creationId xmlns:a16="http://schemas.microsoft.com/office/drawing/2014/main" id="{E6E2A857-4C4A-5C90-888D-5D70DF88562B}"/>
                </a:ext>
              </a:extLst>
            </p:cNvPr>
            <p:cNvSpPr/>
            <p:nvPr/>
          </p:nvSpPr>
          <p:spPr>
            <a:xfrm>
              <a:off x="162732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291;p53">
              <a:extLst>
                <a:ext uri="{FF2B5EF4-FFF2-40B4-BE49-F238E27FC236}">
                  <a16:creationId xmlns:a16="http://schemas.microsoft.com/office/drawing/2014/main" id="{81F4C0F4-4ED3-11EB-8559-4C8CB20DD176}"/>
                </a:ext>
              </a:extLst>
            </p:cNvPr>
            <p:cNvSpPr/>
            <p:nvPr/>
          </p:nvSpPr>
          <p:spPr>
            <a:xfrm>
              <a:off x="1627324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292;p53">
              <a:extLst>
                <a:ext uri="{FF2B5EF4-FFF2-40B4-BE49-F238E27FC236}">
                  <a16:creationId xmlns:a16="http://schemas.microsoft.com/office/drawing/2014/main" id="{B3A788FC-3A80-E689-38C8-7CB93F509E9F}"/>
                </a:ext>
              </a:extLst>
            </p:cNvPr>
            <p:cNvSpPr/>
            <p:nvPr/>
          </p:nvSpPr>
          <p:spPr>
            <a:xfrm>
              <a:off x="157280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293;p53">
              <a:extLst>
                <a:ext uri="{FF2B5EF4-FFF2-40B4-BE49-F238E27FC236}">
                  <a16:creationId xmlns:a16="http://schemas.microsoft.com/office/drawing/2014/main" id="{85F033FA-4FE1-0972-BD8B-0DC160B5B0A6}"/>
                </a:ext>
              </a:extLst>
            </p:cNvPr>
            <p:cNvSpPr/>
            <p:nvPr/>
          </p:nvSpPr>
          <p:spPr>
            <a:xfrm>
              <a:off x="157280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294;p53">
              <a:extLst>
                <a:ext uri="{FF2B5EF4-FFF2-40B4-BE49-F238E27FC236}">
                  <a16:creationId xmlns:a16="http://schemas.microsoft.com/office/drawing/2014/main" id="{5DDFC915-2706-3A40-5B13-B0698AD5E031}"/>
                </a:ext>
              </a:extLst>
            </p:cNvPr>
            <p:cNvSpPr/>
            <p:nvPr/>
          </p:nvSpPr>
          <p:spPr>
            <a:xfrm>
              <a:off x="157280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295;p53">
              <a:extLst>
                <a:ext uri="{FF2B5EF4-FFF2-40B4-BE49-F238E27FC236}">
                  <a16:creationId xmlns:a16="http://schemas.microsoft.com/office/drawing/2014/main" id="{B8F93122-761C-F8C5-956F-0F8F43F69D66}"/>
                </a:ext>
              </a:extLst>
            </p:cNvPr>
            <p:cNvSpPr/>
            <p:nvPr/>
          </p:nvSpPr>
          <p:spPr>
            <a:xfrm>
              <a:off x="157280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296;p53">
              <a:extLst>
                <a:ext uri="{FF2B5EF4-FFF2-40B4-BE49-F238E27FC236}">
                  <a16:creationId xmlns:a16="http://schemas.microsoft.com/office/drawing/2014/main" id="{A878B1B3-7C01-5963-FCF7-C9D84B2BD854}"/>
                </a:ext>
              </a:extLst>
            </p:cNvPr>
            <p:cNvSpPr/>
            <p:nvPr/>
          </p:nvSpPr>
          <p:spPr>
            <a:xfrm>
              <a:off x="157280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297;p53">
              <a:extLst>
                <a:ext uri="{FF2B5EF4-FFF2-40B4-BE49-F238E27FC236}">
                  <a16:creationId xmlns:a16="http://schemas.microsoft.com/office/drawing/2014/main" id="{CA7F616C-220C-AA1E-15E2-3D9124B72EEB}"/>
                </a:ext>
              </a:extLst>
            </p:cNvPr>
            <p:cNvSpPr/>
            <p:nvPr/>
          </p:nvSpPr>
          <p:spPr>
            <a:xfrm>
              <a:off x="157280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298;p53">
              <a:extLst>
                <a:ext uri="{FF2B5EF4-FFF2-40B4-BE49-F238E27FC236}">
                  <a16:creationId xmlns:a16="http://schemas.microsoft.com/office/drawing/2014/main" id="{E36D1CAC-FFC3-78AE-95EB-4E0019D9C76F}"/>
                </a:ext>
              </a:extLst>
            </p:cNvPr>
            <p:cNvSpPr/>
            <p:nvPr/>
          </p:nvSpPr>
          <p:spPr>
            <a:xfrm>
              <a:off x="157280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299;p53">
              <a:extLst>
                <a:ext uri="{FF2B5EF4-FFF2-40B4-BE49-F238E27FC236}">
                  <a16:creationId xmlns:a16="http://schemas.microsoft.com/office/drawing/2014/main" id="{75920584-00FF-2E40-271D-389483B3DABA}"/>
                </a:ext>
              </a:extLst>
            </p:cNvPr>
            <p:cNvSpPr/>
            <p:nvPr/>
          </p:nvSpPr>
          <p:spPr>
            <a:xfrm>
              <a:off x="157280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300;p53">
              <a:extLst>
                <a:ext uri="{FF2B5EF4-FFF2-40B4-BE49-F238E27FC236}">
                  <a16:creationId xmlns:a16="http://schemas.microsoft.com/office/drawing/2014/main" id="{E296495A-D6BF-AECC-D24B-FE1A03F97E8E}"/>
                </a:ext>
              </a:extLst>
            </p:cNvPr>
            <p:cNvSpPr/>
            <p:nvPr/>
          </p:nvSpPr>
          <p:spPr>
            <a:xfrm>
              <a:off x="1572801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301;p53">
              <a:extLst>
                <a:ext uri="{FF2B5EF4-FFF2-40B4-BE49-F238E27FC236}">
                  <a16:creationId xmlns:a16="http://schemas.microsoft.com/office/drawing/2014/main" id="{6FCA620B-4126-D6AD-F68B-9F2B5B7C217A}"/>
                </a:ext>
              </a:extLst>
            </p:cNvPr>
            <p:cNvSpPr/>
            <p:nvPr/>
          </p:nvSpPr>
          <p:spPr>
            <a:xfrm>
              <a:off x="151811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302;p53">
              <a:extLst>
                <a:ext uri="{FF2B5EF4-FFF2-40B4-BE49-F238E27FC236}">
                  <a16:creationId xmlns:a16="http://schemas.microsoft.com/office/drawing/2014/main" id="{1B8835B2-9BF1-78BA-54EB-3BB5D83A15B9}"/>
                </a:ext>
              </a:extLst>
            </p:cNvPr>
            <p:cNvSpPr/>
            <p:nvPr/>
          </p:nvSpPr>
          <p:spPr>
            <a:xfrm>
              <a:off x="151811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303;p53">
              <a:extLst>
                <a:ext uri="{FF2B5EF4-FFF2-40B4-BE49-F238E27FC236}">
                  <a16:creationId xmlns:a16="http://schemas.microsoft.com/office/drawing/2014/main" id="{586E9107-2DB6-C9D5-9092-9DD5808189A8}"/>
                </a:ext>
              </a:extLst>
            </p:cNvPr>
            <p:cNvSpPr/>
            <p:nvPr/>
          </p:nvSpPr>
          <p:spPr>
            <a:xfrm>
              <a:off x="1518117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304;p53">
              <a:extLst>
                <a:ext uri="{FF2B5EF4-FFF2-40B4-BE49-F238E27FC236}">
                  <a16:creationId xmlns:a16="http://schemas.microsoft.com/office/drawing/2014/main" id="{33DAB3F4-0783-2D8A-864A-32C4E19D6ED5}"/>
                </a:ext>
              </a:extLst>
            </p:cNvPr>
            <p:cNvSpPr/>
            <p:nvPr/>
          </p:nvSpPr>
          <p:spPr>
            <a:xfrm>
              <a:off x="151811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305;p53">
              <a:extLst>
                <a:ext uri="{FF2B5EF4-FFF2-40B4-BE49-F238E27FC236}">
                  <a16:creationId xmlns:a16="http://schemas.microsoft.com/office/drawing/2014/main" id="{E1456800-AA09-7870-C9CB-2B283D9670EF}"/>
                </a:ext>
              </a:extLst>
            </p:cNvPr>
            <p:cNvSpPr/>
            <p:nvPr/>
          </p:nvSpPr>
          <p:spPr>
            <a:xfrm>
              <a:off x="151811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306;p53">
              <a:extLst>
                <a:ext uri="{FF2B5EF4-FFF2-40B4-BE49-F238E27FC236}">
                  <a16:creationId xmlns:a16="http://schemas.microsoft.com/office/drawing/2014/main" id="{8BFFE99C-0FAD-DF82-3A5D-1C608ACC8023}"/>
                </a:ext>
              </a:extLst>
            </p:cNvPr>
            <p:cNvSpPr/>
            <p:nvPr/>
          </p:nvSpPr>
          <p:spPr>
            <a:xfrm>
              <a:off x="151811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307;p53">
              <a:extLst>
                <a:ext uri="{FF2B5EF4-FFF2-40B4-BE49-F238E27FC236}">
                  <a16:creationId xmlns:a16="http://schemas.microsoft.com/office/drawing/2014/main" id="{365E3F91-54D4-496B-941E-C8322DD4CDD0}"/>
                </a:ext>
              </a:extLst>
            </p:cNvPr>
            <p:cNvSpPr/>
            <p:nvPr/>
          </p:nvSpPr>
          <p:spPr>
            <a:xfrm>
              <a:off x="151811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308;p53">
              <a:extLst>
                <a:ext uri="{FF2B5EF4-FFF2-40B4-BE49-F238E27FC236}">
                  <a16:creationId xmlns:a16="http://schemas.microsoft.com/office/drawing/2014/main" id="{BD9367AF-517C-873E-70BF-D6AC5F452F61}"/>
                </a:ext>
              </a:extLst>
            </p:cNvPr>
            <p:cNvSpPr/>
            <p:nvPr/>
          </p:nvSpPr>
          <p:spPr>
            <a:xfrm>
              <a:off x="146345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309;p53">
              <a:extLst>
                <a:ext uri="{FF2B5EF4-FFF2-40B4-BE49-F238E27FC236}">
                  <a16:creationId xmlns:a16="http://schemas.microsoft.com/office/drawing/2014/main" id="{5BB2802D-717E-033F-3D22-18FB6E714B65}"/>
                </a:ext>
              </a:extLst>
            </p:cNvPr>
            <p:cNvSpPr/>
            <p:nvPr/>
          </p:nvSpPr>
          <p:spPr>
            <a:xfrm>
              <a:off x="1463452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310;p53">
              <a:extLst>
                <a:ext uri="{FF2B5EF4-FFF2-40B4-BE49-F238E27FC236}">
                  <a16:creationId xmlns:a16="http://schemas.microsoft.com/office/drawing/2014/main" id="{76788247-CC5E-D407-B8C2-0AE6C79A39E9}"/>
                </a:ext>
              </a:extLst>
            </p:cNvPr>
            <p:cNvSpPr/>
            <p:nvPr/>
          </p:nvSpPr>
          <p:spPr>
            <a:xfrm>
              <a:off x="146345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311;p53">
              <a:extLst>
                <a:ext uri="{FF2B5EF4-FFF2-40B4-BE49-F238E27FC236}">
                  <a16:creationId xmlns:a16="http://schemas.microsoft.com/office/drawing/2014/main" id="{7323BE7F-D25C-DE97-B47C-8F48D897737A}"/>
                </a:ext>
              </a:extLst>
            </p:cNvPr>
            <p:cNvSpPr/>
            <p:nvPr/>
          </p:nvSpPr>
          <p:spPr>
            <a:xfrm>
              <a:off x="146345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312;p53">
              <a:extLst>
                <a:ext uri="{FF2B5EF4-FFF2-40B4-BE49-F238E27FC236}">
                  <a16:creationId xmlns:a16="http://schemas.microsoft.com/office/drawing/2014/main" id="{30573362-EE9C-33F3-0495-71CC171181EF}"/>
                </a:ext>
              </a:extLst>
            </p:cNvPr>
            <p:cNvSpPr/>
            <p:nvPr/>
          </p:nvSpPr>
          <p:spPr>
            <a:xfrm>
              <a:off x="146345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313;p53">
              <a:extLst>
                <a:ext uri="{FF2B5EF4-FFF2-40B4-BE49-F238E27FC236}">
                  <a16:creationId xmlns:a16="http://schemas.microsoft.com/office/drawing/2014/main" id="{EBFE67DC-2A03-5AE6-90B9-8B2DF31BB363}"/>
                </a:ext>
              </a:extLst>
            </p:cNvPr>
            <p:cNvSpPr/>
            <p:nvPr/>
          </p:nvSpPr>
          <p:spPr>
            <a:xfrm>
              <a:off x="146345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314;p53">
              <a:extLst>
                <a:ext uri="{FF2B5EF4-FFF2-40B4-BE49-F238E27FC236}">
                  <a16:creationId xmlns:a16="http://schemas.microsoft.com/office/drawing/2014/main" id="{9AC80F44-1304-F947-4F9F-41223DCE36AC}"/>
                </a:ext>
              </a:extLst>
            </p:cNvPr>
            <p:cNvSpPr/>
            <p:nvPr/>
          </p:nvSpPr>
          <p:spPr>
            <a:xfrm>
              <a:off x="14087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315;p53">
              <a:extLst>
                <a:ext uri="{FF2B5EF4-FFF2-40B4-BE49-F238E27FC236}">
                  <a16:creationId xmlns:a16="http://schemas.microsoft.com/office/drawing/2014/main" id="{170AE411-7F52-DE3E-25D1-79A229F57A83}"/>
                </a:ext>
              </a:extLst>
            </p:cNvPr>
            <p:cNvSpPr/>
            <p:nvPr/>
          </p:nvSpPr>
          <p:spPr>
            <a:xfrm>
              <a:off x="14087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316;p53">
              <a:extLst>
                <a:ext uri="{FF2B5EF4-FFF2-40B4-BE49-F238E27FC236}">
                  <a16:creationId xmlns:a16="http://schemas.microsoft.com/office/drawing/2014/main" id="{F3CA7D24-0EE0-070A-0721-BD30D48124AA}"/>
                </a:ext>
              </a:extLst>
            </p:cNvPr>
            <p:cNvSpPr/>
            <p:nvPr/>
          </p:nvSpPr>
          <p:spPr>
            <a:xfrm>
              <a:off x="14087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317;p53">
              <a:extLst>
                <a:ext uri="{FF2B5EF4-FFF2-40B4-BE49-F238E27FC236}">
                  <a16:creationId xmlns:a16="http://schemas.microsoft.com/office/drawing/2014/main" id="{80396B67-AACD-009C-8BA2-AD504D434A63}"/>
                </a:ext>
              </a:extLst>
            </p:cNvPr>
            <p:cNvSpPr/>
            <p:nvPr/>
          </p:nvSpPr>
          <p:spPr>
            <a:xfrm>
              <a:off x="14087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318;p53">
              <a:extLst>
                <a:ext uri="{FF2B5EF4-FFF2-40B4-BE49-F238E27FC236}">
                  <a16:creationId xmlns:a16="http://schemas.microsoft.com/office/drawing/2014/main" id="{85822339-7F0E-0088-0FF3-B1BABC7FE872}"/>
                </a:ext>
              </a:extLst>
            </p:cNvPr>
            <p:cNvSpPr/>
            <p:nvPr/>
          </p:nvSpPr>
          <p:spPr>
            <a:xfrm>
              <a:off x="135410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319;p53">
              <a:extLst>
                <a:ext uri="{FF2B5EF4-FFF2-40B4-BE49-F238E27FC236}">
                  <a16:creationId xmlns:a16="http://schemas.microsoft.com/office/drawing/2014/main" id="{D85DDF58-1691-85ED-37BD-9EAA49B633F7}"/>
                </a:ext>
              </a:extLst>
            </p:cNvPr>
            <p:cNvSpPr/>
            <p:nvPr/>
          </p:nvSpPr>
          <p:spPr>
            <a:xfrm>
              <a:off x="135410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320;p53">
              <a:extLst>
                <a:ext uri="{FF2B5EF4-FFF2-40B4-BE49-F238E27FC236}">
                  <a16:creationId xmlns:a16="http://schemas.microsoft.com/office/drawing/2014/main" id="{9DC14462-6BA6-CA8B-47EC-AD8F518D632C}"/>
                </a:ext>
              </a:extLst>
            </p:cNvPr>
            <p:cNvSpPr/>
            <p:nvPr/>
          </p:nvSpPr>
          <p:spPr>
            <a:xfrm>
              <a:off x="135410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321;p53">
              <a:extLst>
                <a:ext uri="{FF2B5EF4-FFF2-40B4-BE49-F238E27FC236}">
                  <a16:creationId xmlns:a16="http://schemas.microsoft.com/office/drawing/2014/main" id="{E2B8735A-9EAD-7914-E413-5DFBCA30524C}"/>
                </a:ext>
              </a:extLst>
            </p:cNvPr>
            <p:cNvSpPr/>
            <p:nvPr/>
          </p:nvSpPr>
          <p:spPr>
            <a:xfrm>
              <a:off x="135410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322;p53">
              <a:extLst>
                <a:ext uri="{FF2B5EF4-FFF2-40B4-BE49-F238E27FC236}">
                  <a16:creationId xmlns:a16="http://schemas.microsoft.com/office/drawing/2014/main" id="{0D0DF185-6FB6-7246-4D43-CB2B3C86081B}"/>
                </a:ext>
              </a:extLst>
            </p:cNvPr>
            <p:cNvSpPr/>
            <p:nvPr/>
          </p:nvSpPr>
          <p:spPr>
            <a:xfrm>
              <a:off x="129941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323;p53">
              <a:extLst>
                <a:ext uri="{FF2B5EF4-FFF2-40B4-BE49-F238E27FC236}">
                  <a16:creationId xmlns:a16="http://schemas.microsoft.com/office/drawing/2014/main" id="{523E521D-31BA-C2C5-4E75-095EA5DE676B}"/>
                </a:ext>
              </a:extLst>
            </p:cNvPr>
            <p:cNvSpPr/>
            <p:nvPr/>
          </p:nvSpPr>
          <p:spPr>
            <a:xfrm>
              <a:off x="129941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324;p53">
              <a:extLst>
                <a:ext uri="{FF2B5EF4-FFF2-40B4-BE49-F238E27FC236}">
                  <a16:creationId xmlns:a16="http://schemas.microsoft.com/office/drawing/2014/main" id="{5BC3ACE4-B2FF-C389-B6FB-A94DA213D6DB}"/>
                </a:ext>
              </a:extLst>
            </p:cNvPr>
            <p:cNvSpPr/>
            <p:nvPr/>
          </p:nvSpPr>
          <p:spPr>
            <a:xfrm>
              <a:off x="129941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325;p53">
              <a:extLst>
                <a:ext uri="{FF2B5EF4-FFF2-40B4-BE49-F238E27FC236}">
                  <a16:creationId xmlns:a16="http://schemas.microsoft.com/office/drawing/2014/main" id="{5F5BDA23-6580-1397-BF0F-C9AE4157C441}"/>
                </a:ext>
              </a:extLst>
            </p:cNvPr>
            <p:cNvSpPr/>
            <p:nvPr/>
          </p:nvSpPr>
          <p:spPr>
            <a:xfrm>
              <a:off x="129941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326;p53">
              <a:extLst>
                <a:ext uri="{FF2B5EF4-FFF2-40B4-BE49-F238E27FC236}">
                  <a16:creationId xmlns:a16="http://schemas.microsoft.com/office/drawing/2014/main" id="{928E0F2E-D3FD-CEBC-F180-FE35A66942D6}"/>
                </a:ext>
              </a:extLst>
            </p:cNvPr>
            <p:cNvSpPr/>
            <p:nvPr/>
          </p:nvSpPr>
          <p:spPr>
            <a:xfrm>
              <a:off x="1244752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327;p53">
              <a:extLst>
                <a:ext uri="{FF2B5EF4-FFF2-40B4-BE49-F238E27FC236}">
                  <a16:creationId xmlns:a16="http://schemas.microsoft.com/office/drawing/2014/main" id="{8E1D9772-99EC-0C54-AEA6-18FCC02D407A}"/>
                </a:ext>
              </a:extLst>
            </p:cNvPr>
            <p:cNvSpPr/>
            <p:nvPr/>
          </p:nvSpPr>
          <p:spPr>
            <a:xfrm>
              <a:off x="1244752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328;p53">
              <a:extLst>
                <a:ext uri="{FF2B5EF4-FFF2-40B4-BE49-F238E27FC236}">
                  <a16:creationId xmlns:a16="http://schemas.microsoft.com/office/drawing/2014/main" id="{07DCDB31-5361-46ED-0E83-45D81D529A32}"/>
                </a:ext>
              </a:extLst>
            </p:cNvPr>
            <p:cNvSpPr/>
            <p:nvPr/>
          </p:nvSpPr>
          <p:spPr>
            <a:xfrm>
              <a:off x="1244752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329;p53">
              <a:extLst>
                <a:ext uri="{FF2B5EF4-FFF2-40B4-BE49-F238E27FC236}">
                  <a16:creationId xmlns:a16="http://schemas.microsoft.com/office/drawing/2014/main" id="{1A6ED114-2C25-6469-E6A8-0BAB1CBD0A84}"/>
                </a:ext>
              </a:extLst>
            </p:cNvPr>
            <p:cNvSpPr/>
            <p:nvPr/>
          </p:nvSpPr>
          <p:spPr>
            <a:xfrm>
              <a:off x="1244752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330;p53">
              <a:extLst>
                <a:ext uri="{FF2B5EF4-FFF2-40B4-BE49-F238E27FC236}">
                  <a16:creationId xmlns:a16="http://schemas.microsoft.com/office/drawing/2014/main" id="{B372A4FB-B51C-1D85-869A-087570D44B43}"/>
                </a:ext>
              </a:extLst>
            </p:cNvPr>
            <p:cNvSpPr/>
            <p:nvPr/>
          </p:nvSpPr>
          <p:spPr>
            <a:xfrm>
              <a:off x="119006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331;p53">
              <a:extLst>
                <a:ext uri="{FF2B5EF4-FFF2-40B4-BE49-F238E27FC236}">
                  <a16:creationId xmlns:a16="http://schemas.microsoft.com/office/drawing/2014/main" id="{265349A5-C077-977A-1115-D81074BACA5A}"/>
                </a:ext>
              </a:extLst>
            </p:cNvPr>
            <p:cNvSpPr/>
            <p:nvPr/>
          </p:nvSpPr>
          <p:spPr>
            <a:xfrm>
              <a:off x="119006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332;p53">
              <a:extLst>
                <a:ext uri="{FF2B5EF4-FFF2-40B4-BE49-F238E27FC236}">
                  <a16:creationId xmlns:a16="http://schemas.microsoft.com/office/drawing/2014/main" id="{E95D546F-B90C-4163-4D6B-6F7DA901A04D}"/>
                </a:ext>
              </a:extLst>
            </p:cNvPr>
            <p:cNvSpPr/>
            <p:nvPr/>
          </p:nvSpPr>
          <p:spPr>
            <a:xfrm>
              <a:off x="119006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333;p53">
              <a:extLst>
                <a:ext uri="{FF2B5EF4-FFF2-40B4-BE49-F238E27FC236}">
                  <a16:creationId xmlns:a16="http://schemas.microsoft.com/office/drawing/2014/main" id="{E3E3DB52-456F-886A-B9EE-A5629F6C5C28}"/>
                </a:ext>
              </a:extLst>
            </p:cNvPr>
            <p:cNvSpPr/>
            <p:nvPr/>
          </p:nvSpPr>
          <p:spPr>
            <a:xfrm>
              <a:off x="1190068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334;p53">
              <a:extLst>
                <a:ext uri="{FF2B5EF4-FFF2-40B4-BE49-F238E27FC236}">
                  <a16:creationId xmlns:a16="http://schemas.microsoft.com/office/drawing/2014/main" id="{80900EB0-49A9-C949-EA59-BD43225A898D}"/>
                </a:ext>
              </a:extLst>
            </p:cNvPr>
            <p:cNvSpPr/>
            <p:nvPr/>
          </p:nvSpPr>
          <p:spPr>
            <a:xfrm>
              <a:off x="1135546" y="2271592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335;p53">
              <a:extLst>
                <a:ext uri="{FF2B5EF4-FFF2-40B4-BE49-F238E27FC236}">
                  <a16:creationId xmlns:a16="http://schemas.microsoft.com/office/drawing/2014/main" id="{49CC4E7B-7BC7-EDB2-3513-477153C7AC2A}"/>
                </a:ext>
              </a:extLst>
            </p:cNvPr>
            <p:cNvSpPr/>
            <p:nvPr/>
          </p:nvSpPr>
          <p:spPr>
            <a:xfrm>
              <a:off x="1135546" y="2216909"/>
              <a:ext cx="44730" cy="38237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336;p53">
              <a:extLst>
                <a:ext uri="{FF2B5EF4-FFF2-40B4-BE49-F238E27FC236}">
                  <a16:creationId xmlns:a16="http://schemas.microsoft.com/office/drawing/2014/main" id="{2554AC07-AFE2-7E68-ED1E-610BEBEEE632}"/>
                </a:ext>
              </a:extLst>
            </p:cNvPr>
            <p:cNvSpPr/>
            <p:nvPr/>
          </p:nvSpPr>
          <p:spPr>
            <a:xfrm>
              <a:off x="1135546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337;p53">
              <a:extLst>
                <a:ext uri="{FF2B5EF4-FFF2-40B4-BE49-F238E27FC236}">
                  <a16:creationId xmlns:a16="http://schemas.microsoft.com/office/drawing/2014/main" id="{870FC2CD-2877-F13A-E455-CDCA55435E3F}"/>
                </a:ext>
              </a:extLst>
            </p:cNvPr>
            <p:cNvSpPr/>
            <p:nvPr/>
          </p:nvSpPr>
          <p:spPr>
            <a:xfrm>
              <a:off x="1135546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338;p53">
              <a:extLst>
                <a:ext uri="{FF2B5EF4-FFF2-40B4-BE49-F238E27FC236}">
                  <a16:creationId xmlns:a16="http://schemas.microsoft.com/office/drawing/2014/main" id="{F6733D9A-67D4-DACD-1DE4-2A33C4A51EEE}"/>
                </a:ext>
              </a:extLst>
            </p:cNvPr>
            <p:cNvSpPr/>
            <p:nvPr/>
          </p:nvSpPr>
          <p:spPr>
            <a:xfrm>
              <a:off x="1135546" y="2053036"/>
              <a:ext cx="44730" cy="38219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339;p53">
              <a:extLst>
                <a:ext uri="{FF2B5EF4-FFF2-40B4-BE49-F238E27FC236}">
                  <a16:creationId xmlns:a16="http://schemas.microsoft.com/office/drawing/2014/main" id="{AA494052-EECC-5164-51B4-29B43DA5F7C2}"/>
                </a:ext>
              </a:extLst>
            </p:cNvPr>
            <p:cNvSpPr/>
            <p:nvPr/>
          </p:nvSpPr>
          <p:spPr>
            <a:xfrm>
              <a:off x="108086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340;p53">
              <a:extLst>
                <a:ext uri="{FF2B5EF4-FFF2-40B4-BE49-F238E27FC236}">
                  <a16:creationId xmlns:a16="http://schemas.microsoft.com/office/drawing/2014/main" id="{6E88C685-F775-EEBA-4403-89CF611F3E0C}"/>
                </a:ext>
              </a:extLst>
            </p:cNvPr>
            <p:cNvSpPr/>
            <p:nvPr/>
          </p:nvSpPr>
          <p:spPr>
            <a:xfrm>
              <a:off x="108086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341;p53">
              <a:extLst>
                <a:ext uri="{FF2B5EF4-FFF2-40B4-BE49-F238E27FC236}">
                  <a16:creationId xmlns:a16="http://schemas.microsoft.com/office/drawing/2014/main" id="{F6BADF56-503B-F763-3853-6D70A7769F3E}"/>
                </a:ext>
              </a:extLst>
            </p:cNvPr>
            <p:cNvSpPr/>
            <p:nvPr/>
          </p:nvSpPr>
          <p:spPr>
            <a:xfrm>
              <a:off x="108086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342;p53">
              <a:extLst>
                <a:ext uri="{FF2B5EF4-FFF2-40B4-BE49-F238E27FC236}">
                  <a16:creationId xmlns:a16="http://schemas.microsoft.com/office/drawing/2014/main" id="{54912EC9-82AF-9F78-5328-6C8D759CB272}"/>
                </a:ext>
              </a:extLst>
            </p:cNvPr>
            <p:cNvSpPr/>
            <p:nvPr/>
          </p:nvSpPr>
          <p:spPr>
            <a:xfrm>
              <a:off x="108086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343;p53">
              <a:extLst>
                <a:ext uri="{FF2B5EF4-FFF2-40B4-BE49-F238E27FC236}">
                  <a16:creationId xmlns:a16="http://schemas.microsoft.com/office/drawing/2014/main" id="{A50E1F75-165D-45CC-6DDC-064C496DDA60}"/>
                </a:ext>
              </a:extLst>
            </p:cNvPr>
            <p:cNvSpPr/>
            <p:nvPr/>
          </p:nvSpPr>
          <p:spPr>
            <a:xfrm>
              <a:off x="108086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344;p53">
              <a:extLst>
                <a:ext uri="{FF2B5EF4-FFF2-40B4-BE49-F238E27FC236}">
                  <a16:creationId xmlns:a16="http://schemas.microsoft.com/office/drawing/2014/main" id="{A948B524-58F2-42AC-6EBA-81EC0E2F90FE}"/>
                </a:ext>
              </a:extLst>
            </p:cNvPr>
            <p:cNvSpPr/>
            <p:nvPr/>
          </p:nvSpPr>
          <p:spPr>
            <a:xfrm>
              <a:off x="1080862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345;p53">
              <a:extLst>
                <a:ext uri="{FF2B5EF4-FFF2-40B4-BE49-F238E27FC236}">
                  <a16:creationId xmlns:a16="http://schemas.microsoft.com/office/drawing/2014/main" id="{E6AFA85F-8CED-77D6-1EB9-1378A25BC6DA}"/>
                </a:ext>
              </a:extLst>
            </p:cNvPr>
            <p:cNvSpPr/>
            <p:nvPr/>
          </p:nvSpPr>
          <p:spPr>
            <a:xfrm>
              <a:off x="102619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346;p53">
              <a:extLst>
                <a:ext uri="{FF2B5EF4-FFF2-40B4-BE49-F238E27FC236}">
                  <a16:creationId xmlns:a16="http://schemas.microsoft.com/office/drawing/2014/main" id="{E89130BE-C771-5316-56FF-EE6FD687DA97}"/>
                </a:ext>
              </a:extLst>
            </p:cNvPr>
            <p:cNvSpPr/>
            <p:nvPr/>
          </p:nvSpPr>
          <p:spPr>
            <a:xfrm>
              <a:off x="102619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347;p53">
              <a:extLst>
                <a:ext uri="{FF2B5EF4-FFF2-40B4-BE49-F238E27FC236}">
                  <a16:creationId xmlns:a16="http://schemas.microsoft.com/office/drawing/2014/main" id="{21C1B895-E16C-F8C4-BDE9-C42A08579851}"/>
                </a:ext>
              </a:extLst>
            </p:cNvPr>
            <p:cNvSpPr/>
            <p:nvPr/>
          </p:nvSpPr>
          <p:spPr>
            <a:xfrm>
              <a:off x="102619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348;p53">
              <a:extLst>
                <a:ext uri="{FF2B5EF4-FFF2-40B4-BE49-F238E27FC236}">
                  <a16:creationId xmlns:a16="http://schemas.microsoft.com/office/drawing/2014/main" id="{A895D72F-774D-207D-4EB1-9F6C9C693AB4}"/>
                </a:ext>
              </a:extLst>
            </p:cNvPr>
            <p:cNvSpPr/>
            <p:nvPr/>
          </p:nvSpPr>
          <p:spPr>
            <a:xfrm>
              <a:off x="102619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349;p53">
              <a:extLst>
                <a:ext uri="{FF2B5EF4-FFF2-40B4-BE49-F238E27FC236}">
                  <a16:creationId xmlns:a16="http://schemas.microsoft.com/office/drawing/2014/main" id="{6089CD58-0EAE-7372-FB18-DCBAEA97E8DD}"/>
                </a:ext>
              </a:extLst>
            </p:cNvPr>
            <p:cNvSpPr/>
            <p:nvPr/>
          </p:nvSpPr>
          <p:spPr>
            <a:xfrm>
              <a:off x="4031887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350;p53">
              <a:extLst>
                <a:ext uri="{FF2B5EF4-FFF2-40B4-BE49-F238E27FC236}">
                  <a16:creationId xmlns:a16="http://schemas.microsoft.com/office/drawing/2014/main" id="{876E539C-249A-3237-2101-22A8FAA73F17}"/>
                </a:ext>
              </a:extLst>
            </p:cNvPr>
            <p:cNvSpPr/>
            <p:nvPr/>
          </p:nvSpPr>
          <p:spPr>
            <a:xfrm>
              <a:off x="4031887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351;p53">
              <a:extLst>
                <a:ext uri="{FF2B5EF4-FFF2-40B4-BE49-F238E27FC236}">
                  <a16:creationId xmlns:a16="http://schemas.microsoft.com/office/drawing/2014/main" id="{E7E4D498-EC3D-C2E1-BBE5-B769B78195D6}"/>
                </a:ext>
              </a:extLst>
            </p:cNvPr>
            <p:cNvSpPr/>
            <p:nvPr/>
          </p:nvSpPr>
          <p:spPr>
            <a:xfrm>
              <a:off x="408657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352;p53">
              <a:extLst>
                <a:ext uri="{FF2B5EF4-FFF2-40B4-BE49-F238E27FC236}">
                  <a16:creationId xmlns:a16="http://schemas.microsoft.com/office/drawing/2014/main" id="{77654265-9DE8-D9DF-471A-86240010BCCF}"/>
                </a:ext>
              </a:extLst>
            </p:cNvPr>
            <p:cNvSpPr/>
            <p:nvPr/>
          </p:nvSpPr>
          <p:spPr>
            <a:xfrm>
              <a:off x="408657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353;p53">
              <a:extLst>
                <a:ext uri="{FF2B5EF4-FFF2-40B4-BE49-F238E27FC236}">
                  <a16:creationId xmlns:a16="http://schemas.microsoft.com/office/drawing/2014/main" id="{9A7D8EED-1D15-BA22-A78E-5C7D4BAB1A0E}"/>
                </a:ext>
              </a:extLst>
            </p:cNvPr>
            <p:cNvSpPr/>
            <p:nvPr/>
          </p:nvSpPr>
          <p:spPr>
            <a:xfrm>
              <a:off x="4141237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354;p53">
              <a:extLst>
                <a:ext uri="{FF2B5EF4-FFF2-40B4-BE49-F238E27FC236}">
                  <a16:creationId xmlns:a16="http://schemas.microsoft.com/office/drawing/2014/main" id="{DDB5FBFE-A383-E268-947D-E26D6C4EFD57}"/>
                </a:ext>
              </a:extLst>
            </p:cNvPr>
            <p:cNvSpPr/>
            <p:nvPr/>
          </p:nvSpPr>
          <p:spPr>
            <a:xfrm>
              <a:off x="408657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355;p53">
              <a:extLst>
                <a:ext uri="{FF2B5EF4-FFF2-40B4-BE49-F238E27FC236}">
                  <a16:creationId xmlns:a16="http://schemas.microsoft.com/office/drawing/2014/main" id="{7CBB14D4-9CA1-196B-F69B-3B3CF2E045E1}"/>
                </a:ext>
              </a:extLst>
            </p:cNvPr>
            <p:cNvSpPr/>
            <p:nvPr/>
          </p:nvSpPr>
          <p:spPr>
            <a:xfrm>
              <a:off x="4523683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356;p53">
              <a:extLst>
                <a:ext uri="{FF2B5EF4-FFF2-40B4-BE49-F238E27FC236}">
                  <a16:creationId xmlns:a16="http://schemas.microsoft.com/office/drawing/2014/main" id="{F8B33F61-FBC3-F603-2406-139D1876D6FD}"/>
                </a:ext>
              </a:extLst>
            </p:cNvPr>
            <p:cNvSpPr/>
            <p:nvPr/>
          </p:nvSpPr>
          <p:spPr>
            <a:xfrm>
              <a:off x="4523683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357;p53">
              <a:extLst>
                <a:ext uri="{FF2B5EF4-FFF2-40B4-BE49-F238E27FC236}">
                  <a16:creationId xmlns:a16="http://schemas.microsoft.com/office/drawing/2014/main" id="{1C75C347-8308-1003-2DE2-DE89DED77E4B}"/>
                </a:ext>
              </a:extLst>
            </p:cNvPr>
            <p:cNvSpPr/>
            <p:nvPr/>
          </p:nvSpPr>
          <p:spPr>
            <a:xfrm>
              <a:off x="4523683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358;p53">
              <a:extLst>
                <a:ext uri="{FF2B5EF4-FFF2-40B4-BE49-F238E27FC236}">
                  <a16:creationId xmlns:a16="http://schemas.microsoft.com/office/drawing/2014/main" id="{2695D9A9-9724-959F-3720-9CAFAF6CA59F}"/>
                </a:ext>
              </a:extLst>
            </p:cNvPr>
            <p:cNvSpPr/>
            <p:nvPr/>
          </p:nvSpPr>
          <p:spPr>
            <a:xfrm>
              <a:off x="4523683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359;p53">
              <a:extLst>
                <a:ext uri="{FF2B5EF4-FFF2-40B4-BE49-F238E27FC236}">
                  <a16:creationId xmlns:a16="http://schemas.microsoft.com/office/drawing/2014/main" id="{6A4B9CDA-B728-F5BB-5B5A-D91FC09FAEC7}"/>
                </a:ext>
              </a:extLst>
            </p:cNvPr>
            <p:cNvSpPr/>
            <p:nvPr/>
          </p:nvSpPr>
          <p:spPr>
            <a:xfrm>
              <a:off x="4523683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360;p53">
              <a:extLst>
                <a:ext uri="{FF2B5EF4-FFF2-40B4-BE49-F238E27FC236}">
                  <a16:creationId xmlns:a16="http://schemas.microsoft.com/office/drawing/2014/main" id="{C5ED9A57-B6FD-E6D7-5D56-5CA06E0B4034}"/>
                </a:ext>
              </a:extLst>
            </p:cNvPr>
            <p:cNvSpPr/>
            <p:nvPr/>
          </p:nvSpPr>
          <p:spPr>
            <a:xfrm>
              <a:off x="4523683" y="227159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361;p53">
              <a:extLst>
                <a:ext uri="{FF2B5EF4-FFF2-40B4-BE49-F238E27FC236}">
                  <a16:creationId xmlns:a16="http://schemas.microsoft.com/office/drawing/2014/main" id="{93CC7015-72A6-1608-2351-8F483162A0BB}"/>
                </a:ext>
              </a:extLst>
            </p:cNvPr>
            <p:cNvSpPr/>
            <p:nvPr/>
          </p:nvSpPr>
          <p:spPr>
            <a:xfrm>
              <a:off x="4523683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362;p53">
              <a:extLst>
                <a:ext uri="{FF2B5EF4-FFF2-40B4-BE49-F238E27FC236}">
                  <a16:creationId xmlns:a16="http://schemas.microsoft.com/office/drawing/2014/main" id="{0FB6EDC5-58CC-47AA-455D-156C75D49F0B}"/>
                </a:ext>
              </a:extLst>
            </p:cNvPr>
            <p:cNvSpPr/>
            <p:nvPr/>
          </p:nvSpPr>
          <p:spPr>
            <a:xfrm>
              <a:off x="4523683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363;p53">
              <a:extLst>
                <a:ext uri="{FF2B5EF4-FFF2-40B4-BE49-F238E27FC236}">
                  <a16:creationId xmlns:a16="http://schemas.microsoft.com/office/drawing/2014/main" id="{4528F14F-0AB2-7F62-FD69-D7DBFDC2943D}"/>
                </a:ext>
              </a:extLst>
            </p:cNvPr>
            <p:cNvSpPr/>
            <p:nvPr/>
          </p:nvSpPr>
          <p:spPr>
            <a:xfrm>
              <a:off x="4523683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364;p53">
              <a:extLst>
                <a:ext uri="{FF2B5EF4-FFF2-40B4-BE49-F238E27FC236}">
                  <a16:creationId xmlns:a16="http://schemas.microsoft.com/office/drawing/2014/main" id="{85B463CE-81A4-0E06-1CFF-C043D2D0BDCB}"/>
                </a:ext>
              </a:extLst>
            </p:cNvPr>
            <p:cNvSpPr/>
            <p:nvPr/>
          </p:nvSpPr>
          <p:spPr>
            <a:xfrm>
              <a:off x="4523683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365;p53">
              <a:extLst>
                <a:ext uri="{FF2B5EF4-FFF2-40B4-BE49-F238E27FC236}">
                  <a16:creationId xmlns:a16="http://schemas.microsoft.com/office/drawing/2014/main" id="{54F42754-5BA3-0A2B-E5DF-E6B4E157BD4F}"/>
                </a:ext>
              </a:extLst>
            </p:cNvPr>
            <p:cNvSpPr/>
            <p:nvPr/>
          </p:nvSpPr>
          <p:spPr>
            <a:xfrm>
              <a:off x="4523683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366;p53">
              <a:extLst>
                <a:ext uri="{FF2B5EF4-FFF2-40B4-BE49-F238E27FC236}">
                  <a16:creationId xmlns:a16="http://schemas.microsoft.com/office/drawing/2014/main" id="{CD910142-CF54-7B11-D986-29FBBC121144}"/>
                </a:ext>
              </a:extLst>
            </p:cNvPr>
            <p:cNvSpPr/>
            <p:nvPr/>
          </p:nvSpPr>
          <p:spPr>
            <a:xfrm>
              <a:off x="4523683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367;p53">
              <a:extLst>
                <a:ext uri="{FF2B5EF4-FFF2-40B4-BE49-F238E27FC236}">
                  <a16:creationId xmlns:a16="http://schemas.microsoft.com/office/drawing/2014/main" id="{1FE3DCC1-23D2-0155-468E-BF172B0B913F}"/>
                </a:ext>
              </a:extLst>
            </p:cNvPr>
            <p:cNvSpPr/>
            <p:nvPr/>
          </p:nvSpPr>
          <p:spPr>
            <a:xfrm>
              <a:off x="4523683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368;p53">
              <a:extLst>
                <a:ext uri="{FF2B5EF4-FFF2-40B4-BE49-F238E27FC236}">
                  <a16:creationId xmlns:a16="http://schemas.microsoft.com/office/drawing/2014/main" id="{FBFB263E-3DCD-4A95-81D3-5C6B0E54BE15}"/>
                </a:ext>
              </a:extLst>
            </p:cNvPr>
            <p:cNvSpPr/>
            <p:nvPr/>
          </p:nvSpPr>
          <p:spPr>
            <a:xfrm>
              <a:off x="4523683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369;p53">
              <a:extLst>
                <a:ext uri="{FF2B5EF4-FFF2-40B4-BE49-F238E27FC236}">
                  <a16:creationId xmlns:a16="http://schemas.microsoft.com/office/drawing/2014/main" id="{4D27DC9A-0CE1-DBA1-7C50-D472904235A9}"/>
                </a:ext>
              </a:extLst>
            </p:cNvPr>
            <p:cNvSpPr/>
            <p:nvPr/>
          </p:nvSpPr>
          <p:spPr>
            <a:xfrm>
              <a:off x="4250443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370;p53">
              <a:extLst>
                <a:ext uri="{FF2B5EF4-FFF2-40B4-BE49-F238E27FC236}">
                  <a16:creationId xmlns:a16="http://schemas.microsoft.com/office/drawing/2014/main" id="{96B7050E-05BB-4A4E-AD18-ABBAE926B9E8}"/>
                </a:ext>
              </a:extLst>
            </p:cNvPr>
            <p:cNvSpPr/>
            <p:nvPr/>
          </p:nvSpPr>
          <p:spPr>
            <a:xfrm>
              <a:off x="4250443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371;p53">
              <a:extLst>
                <a:ext uri="{FF2B5EF4-FFF2-40B4-BE49-F238E27FC236}">
                  <a16:creationId xmlns:a16="http://schemas.microsoft.com/office/drawing/2014/main" id="{3F78E72D-0AFD-5F3A-429D-18DC0F391C4D}"/>
                </a:ext>
              </a:extLst>
            </p:cNvPr>
            <p:cNvSpPr/>
            <p:nvPr/>
          </p:nvSpPr>
          <p:spPr>
            <a:xfrm>
              <a:off x="4250443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372;p53">
              <a:extLst>
                <a:ext uri="{FF2B5EF4-FFF2-40B4-BE49-F238E27FC236}">
                  <a16:creationId xmlns:a16="http://schemas.microsoft.com/office/drawing/2014/main" id="{0A969C99-7141-58C8-1F1A-2CD4EEC4853E}"/>
                </a:ext>
              </a:extLst>
            </p:cNvPr>
            <p:cNvSpPr/>
            <p:nvPr/>
          </p:nvSpPr>
          <p:spPr>
            <a:xfrm>
              <a:off x="4250443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373;p53">
              <a:extLst>
                <a:ext uri="{FF2B5EF4-FFF2-40B4-BE49-F238E27FC236}">
                  <a16:creationId xmlns:a16="http://schemas.microsoft.com/office/drawing/2014/main" id="{DC97657B-A938-CB6C-8D3D-C2EA738977C2}"/>
                </a:ext>
              </a:extLst>
            </p:cNvPr>
            <p:cNvSpPr/>
            <p:nvPr/>
          </p:nvSpPr>
          <p:spPr>
            <a:xfrm>
              <a:off x="4250443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374;p53">
              <a:extLst>
                <a:ext uri="{FF2B5EF4-FFF2-40B4-BE49-F238E27FC236}">
                  <a16:creationId xmlns:a16="http://schemas.microsoft.com/office/drawing/2014/main" id="{A7C0CE0D-5310-105E-7696-E0EA05E2DFC2}"/>
                </a:ext>
              </a:extLst>
            </p:cNvPr>
            <p:cNvSpPr/>
            <p:nvPr/>
          </p:nvSpPr>
          <p:spPr>
            <a:xfrm>
              <a:off x="4250443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375;p53">
              <a:extLst>
                <a:ext uri="{FF2B5EF4-FFF2-40B4-BE49-F238E27FC236}">
                  <a16:creationId xmlns:a16="http://schemas.microsoft.com/office/drawing/2014/main" id="{5916AADC-5EAD-18BC-0D9D-E9BFD1CBE3BF}"/>
                </a:ext>
              </a:extLst>
            </p:cNvPr>
            <p:cNvSpPr/>
            <p:nvPr/>
          </p:nvSpPr>
          <p:spPr>
            <a:xfrm>
              <a:off x="4250443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376;p53">
              <a:extLst>
                <a:ext uri="{FF2B5EF4-FFF2-40B4-BE49-F238E27FC236}">
                  <a16:creationId xmlns:a16="http://schemas.microsoft.com/office/drawing/2014/main" id="{BBFB5FCD-36DF-ACBB-FEC2-5A6526C0E07B}"/>
                </a:ext>
              </a:extLst>
            </p:cNvPr>
            <p:cNvSpPr/>
            <p:nvPr/>
          </p:nvSpPr>
          <p:spPr>
            <a:xfrm>
              <a:off x="4250443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377;p53">
              <a:extLst>
                <a:ext uri="{FF2B5EF4-FFF2-40B4-BE49-F238E27FC236}">
                  <a16:creationId xmlns:a16="http://schemas.microsoft.com/office/drawing/2014/main" id="{FD1E7C48-E5DE-B044-0791-1CCA96648E4A}"/>
                </a:ext>
              </a:extLst>
            </p:cNvPr>
            <p:cNvSpPr/>
            <p:nvPr/>
          </p:nvSpPr>
          <p:spPr>
            <a:xfrm>
              <a:off x="4250443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378;p53">
              <a:extLst>
                <a:ext uri="{FF2B5EF4-FFF2-40B4-BE49-F238E27FC236}">
                  <a16:creationId xmlns:a16="http://schemas.microsoft.com/office/drawing/2014/main" id="{624DE99B-939F-7C62-A56C-8FDC62E1EDAE}"/>
                </a:ext>
              </a:extLst>
            </p:cNvPr>
            <p:cNvSpPr/>
            <p:nvPr/>
          </p:nvSpPr>
          <p:spPr>
            <a:xfrm>
              <a:off x="4250443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379;p53">
              <a:extLst>
                <a:ext uri="{FF2B5EF4-FFF2-40B4-BE49-F238E27FC236}">
                  <a16:creationId xmlns:a16="http://schemas.microsoft.com/office/drawing/2014/main" id="{8CA13F3D-7419-CCB7-BCDE-B1E11F8D18C6}"/>
                </a:ext>
              </a:extLst>
            </p:cNvPr>
            <p:cNvSpPr/>
            <p:nvPr/>
          </p:nvSpPr>
          <p:spPr>
            <a:xfrm>
              <a:off x="425044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380;p53">
              <a:extLst>
                <a:ext uri="{FF2B5EF4-FFF2-40B4-BE49-F238E27FC236}">
                  <a16:creationId xmlns:a16="http://schemas.microsoft.com/office/drawing/2014/main" id="{F40C714C-0E95-0B1E-28E8-1FE99FF6D716}"/>
                </a:ext>
              </a:extLst>
            </p:cNvPr>
            <p:cNvSpPr/>
            <p:nvPr/>
          </p:nvSpPr>
          <p:spPr>
            <a:xfrm>
              <a:off x="425044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381;p53">
              <a:extLst>
                <a:ext uri="{FF2B5EF4-FFF2-40B4-BE49-F238E27FC236}">
                  <a16:creationId xmlns:a16="http://schemas.microsoft.com/office/drawing/2014/main" id="{7B50F701-AC07-D85F-1A57-11482B2894BE}"/>
                </a:ext>
              </a:extLst>
            </p:cNvPr>
            <p:cNvSpPr/>
            <p:nvPr/>
          </p:nvSpPr>
          <p:spPr>
            <a:xfrm>
              <a:off x="3977203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382;p53">
              <a:extLst>
                <a:ext uri="{FF2B5EF4-FFF2-40B4-BE49-F238E27FC236}">
                  <a16:creationId xmlns:a16="http://schemas.microsoft.com/office/drawing/2014/main" id="{D5937C8E-5C40-31C3-6CBD-D1E557AE5727}"/>
                </a:ext>
              </a:extLst>
            </p:cNvPr>
            <p:cNvSpPr/>
            <p:nvPr/>
          </p:nvSpPr>
          <p:spPr>
            <a:xfrm>
              <a:off x="397720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383;p53">
              <a:extLst>
                <a:ext uri="{FF2B5EF4-FFF2-40B4-BE49-F238E27FC236}">
                  <a16:creationId xmlns:a16="http://schemas.microsoft.com/office/drawing/2014/main" id="{CA7E9811-527C-0914-E1E3-69D55B2535EE}"/>
                </a:ext>
              </a:extLst>
            </p:cNvPr>
            <p:cNvSpPr/>
            <p:nvPr/>
          </p:nvSpPr>
          <p:spPr>
            <a:xfrm>
              <a:off x="397720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384;p53">
              <a:extLst>
                <a:ext uri="{FF2B5EF4-FFF2-40B4-BE49-F238E27FC236}">
                  <a16:creationId xmlns:a16="http://schemas.microsoft.com/office/drawing/2014/main" id="{8F54C0C1-E7DC-FBD1-C965-737CFD5CF8D7}"/>
                </a:ext>
              </a:extLst>
            </p:cNvPr>
            <p:cNvSpPr/>
            <p:nvPr/>
          </p:nvSpPr>
          <p:spPr>
            <a:xfrm>
              <a:off x="3977203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385;p53">
              <a:extLst>
                <a:ext uri="{FF2B5EF4-FFF2-40B4-BE49-F238E27FC236}">
                  <a16:creationId xmlns:a16="http://schemas.microsoft.com/office/drawing/2014/main" id="{361F21F8-C421-8036-0E41-B8238CE0605E}"/>
                </a:ext>
              </a:extLst>
            </p:cNvPr>
            <p:cNvSpPr/>
            <p:nvPr/>
          </p:nvSpPr>
          <p:spPr>
            <a:xfrm>
              <a:off x="4031887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386;p53">
              <a:extLst>
                <a:ext uri="{FF2B5EF4-FFF2-40B4-BE49-F238E27FC236}">
                  <a16:creationId xmlns:a16="http://schemas.microsoft.com/office/drawing/2014/main" id="{5B9D9D06-1343-68FA-3C5B-B2F0B1A4DEBD}"/>
                </a:ext>
              </a:extLst>
            </p:cNvPr>
            <p:cNvSpPr/>
            <p:nvPr/>
          </p:nvSpPr>
          <p:spPr>
            <a:xfrm>
              <a:off x="4031887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387;p53">
              <a:extLst>
                <a:ext uri="{FF2B5EF4-FFF2-40B4-BE49-F238E27FC236}">
                  <a16:creationId xmlns:a16="http://schemas.microsoft.com/office/drawing/2014/main" id="{D414292A-62C8-2CE5-F09D-32F9D05B78CA}"/>
                </a:ext>
              </a:extLst>
            </p:cNvPr>
            <p:cNvSpPr/>
            <p:nvPr/>
          </p:nvSpPr>
          <p:spPr>
            <a:xfrm>
              <a:off x="408657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388;p53">
              <a:extLst>
                <a:ext uri="{FF2B5EF4-FFF2-40B4-BE49-F238E27FC236}">
                  <a16:creationId xmlns:a16="http://schemas.microsoft.com/office/drawing/2014/main" id="{45F1BBD9-5EF5-8645-4D7B-82E4198E36DF}"/>
                </a:ext>
              </a:extLst>
            </p:cNvPr>
            <p:cNvSpPr/>
            <p:nvPr/>
          </p:nvSpPr>
          <p:spPr>
            <a:xfrm>
              <a:off x="408657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389;p53">
              <a:extLst>
                <a:ext uri="{FF2B5EF4-FFF2-40B4-BE49-F238E27FC236}">
                  <a16:creationId xmlns:a16="http://schemas.microsoft.com/office/drawing/2014/main" id="{B5CC779E-754E-DF20-DFAA-6FAFBA57F46C}"/>
                </a:ext>
              </a:extLst>
            </p:cNvPr>
            <p:cNvSpPr/>
            <p:nvPr/>
          </p:nvSpPr>
          <p:spPr>
            <a:xfrm>
              <a:off x="408657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390;p53">
              <a:extLst>
                <a:ext uri="{FF2B5EF4-FFF2-40B4-BE49-F238E27FC236}">
                  <a16:creationId xmlns:a16="http://schemas.microsoft.com/office/drawing/2014/main" id="{B0010681-7B55-06C0-BA26-32729064F516}"/>
                </a:ext>
              </a:extLst>
            </p:cNvPr>
            <p:cNvSpPr/>
            <p:nvPr/>
          </p:nvSpPr>
          <p:spPr>
            <a:xfrm>
              <a:off x="408657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391;p53">
              <a:extLst>
                <a:ext uri="{FF2B5EF4-FFF2-40B4-BE49-F238E27FC236}">
                  <a16:creationId xmlns:a16="http://schemas.microsoft.com/office/drawing/2014/main" id="{8D839C41-BAB7-9903-59AF-7B9B59965BB5}"/>
                </a:ext>
              </a:extLst>
            </p:cNvPr>
            <p:cNvSpPr/>
            <p:nvPr/>
          </p:nvSpPr>
          <p:spPr>
            <a:xfrm>
              <a:off x="4086571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392;p53">
              <a:extLst>
                <a:ext uri="{FF2B5EF4-FFF2-40B4-BE49-F238E27FC236}">
                  <a16:creationId xmlns:a16="http://schemas.microsoft.com/office/drawing/2014/main" id="{0A0D2CCF-1C9F-DD42-7305-C6E54B2C240B}"/>
                </a:ext>
              </a:extLst>
            </p:cNvPr>
            <p:cNvSpPr/>
            <p:nvPr/>
          </p:nvSpPr>
          <p:spPr>
            <a:xfrm>
              <a:off x="408657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393;p53">
              <a:extLst>
                <a:ext uri="{FF2B5EF4-FFF2-40B4-BE49-F238E27FC236}">
                  <a16:creationId xmlns:a16="http://schemas.microsoft.com/office/drawing/2014/main" id="{D613634B-5448-CDA8-C4D0-522651334A4E}"/>
                </a:ext>
              </a:extLst>
            </p:cNvPr>
            <p:cNvSpPr/>
            <p:nvPr/>
          </p:nvSpPr>
          <p:spPr>
            <a:xfrm>
              <a:off x="408657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394;p53">
              <a:extLst>
                <a:ext uri="{FF2B5EF4-FFF2-40B4-BE49-F238E27FC236}">
                  <a16:creationId xmlns:a16="http://schemas.microsoft.com/office/drawing/2014/main" id="{93AE4C28-862C-76CB-E696-C310F7F31779}"/>
                </a:ext>
              </a:extLst>
            </p:cNvPr>
            <p:cNvSpPr/>
            <p:nvPr/>
          </p:nvSpPr>
          <p:spPr>
            <a:xfrm>
              <a:off x="408657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395;p53">
              <a:extLst>
                <a:ext uri="{FF2B5EF4-FFF2-40B4-BE49-F238E27FC236}">
                  <a16:creationId xmlns:a16="http://schemas.microsoft.com/office/drawing/2014/main" id="{914731D8-9017-2006-318A-3104988E0B93}"/>
                </a:ext>
              </a:extLst>
            </p:cNvPr>
            <p:cNvSpPr/>
            <p:nvPr/>
          </p:nvSpPr>
          <p:spPr>
            <a:xfrm>
              <a:off x="408657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396;p53">
              <a:extLst>
                <a:ext uri="{FF2B5EF4-FFF2-40B4-BE49-F238E27FC236}">
                  <a16:creationId xmlns:a16="http://schemas.microsoft.com/office/drawing/2014/main" id="{A295B57D-4E71-D3E2-745F-3D914819D01B}"/>
                </a:ext>
              </a:extLst>
            </p:cNvPr>
            <p:cNvSpPr/>
            <p:nvPr/>
          </p:nvSpPr>
          <p:spPr>
            <a:xfrm>
              <a:off x="408657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397;p53">
              <a:extLst>
                <a:ext uri="{FF2B5EF4-FFF2-40B4-BE49-F238E27FC236}">
                  <a16:creationId xmlns:a16="http://schemas.microsoft.com/office/drawing/2014/main" id="{975FE11A-40EC-EA73-09EC-7DAC86A7CBF2}"/>
                </a:ext>
              </a:extLst>
            </p:cNvPr>
            <p:cNvSpPr/>
            <p:nvPr/>
          </p:nvSpPr>
          <p:spPr>
            <a:xfrm>
              <a:off x="408657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398;p53">
              <a:extLst>
                <a:ext uri="{FF2B5EF4-FFF2-40B4-BE49-F238E27FC236}">
                  <a16:creationId xmlns:a16="http://schemas.microsoft.com/office/drawing/2014/main" id="{3BBE1A0F-137C-42AE-FF47-F9D33FDABE69}"/>
                </a:ext>
              </a:extLst>
            </p:cNvPr>
            <p:cNvSpPr/>
            <p:nvPr/>
          </p:nvSpPr>
          <p:spPr>
            <a:xfrm>
              <a:off x="408657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399;p53">
              <a:extLst>
                <a:ext uri="{FF2B5EF4-FFF2-40B4-BE49-F238E27FC236}">
                  <a16:creationId xmlns:a16="http://schemas.microsoft.com/office/drawing/2014/main" id="{F4AC8C99-3392-A962-025A-DF388536D1DD}"/>
                </a:ext>
              </a:extLst>
            </p:cNvPr>
            <p:cNvSpPr/>
            <p:nvPr/>
          </p:nvSpPr>
          <p:spPr>
            <a:xfrm>
              <a:off x="4141237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400;p53">
              <a:extLst>
                <a:ext uri="{FF2B5EF4-FFF2-40B4-BE49-F238E27FC236}">
                  <a16:creationId xmlns:a16="http://schemas.microsoft.com/office/drawing/2014/main" id="{4D617BA1-C582-8B18-0BBD-48A301B3D92C}"/>
                </a:ext>
              </a:extLst>
            </p:cNvPr>
            <p:cNvSpPr/>
            <p:nvPr/>
          </p:nvSpPr>
          <p:spPr>
            <a:xfrm>
              <a:off x="4141237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401;p53">
              <a:extLst>
                <a:ext uri="{FF2B5EF4-FFF2-40B4-BE49-F238E27FC236}">
                  <a16:creationId xmlns:a16="http://schemas.microsoft.com/office/drawing/2014/main" id="{89A82AA4-C39B-5016-49C6-8E8F077B1DAB}"/>
                </a:ext>
              </a:extLst>
            </p:cNvPr>
            <p:cNvSpPr/>
            <p:nvPr/>
          </p:nvSpPr>
          <p:spPr>
            <a:xfrm>
              <a:off x="4141237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402;p53">
              <a:extLst>
                <a:ext uri="{FF2B5EF4-FFF2-40B4-BE49-F238E27FC236}">
                  <a16:creationId xmlns:a16="http://schemas.microsoft.com/office/drawing/2014/main" id="{BA6CBB35-F1BC-45F2-ABAB-D3306A4FE459}"/>
                </a:ext>
              </a:extLst>
            </p:cNvPr>
            <p:cNvSpPr/>
            <p:nvPr/>
          </p:nvSpPr>
          <p:spPr>
            <a:xfrm>
              <a:off x="4141237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403;p53">
              <a:extLst>
                <a:ext uri="{FF2B5EF4-FFF2-40B4-BE49-F238E27FC236}">
                  <a16:creationId xmlns:a16="http://schemas.microsoft.com/office/drawing/2014/main" id="{F1587153-73A1-F156-9377-3A01868DFFC2}"/>
                </a:ext>
              </a:extLst>
            </p:cNvPr>
            <p:cNvSpPr/>
            <p:nvPr/>
          </p:nvSpPr>
          <p:spPr>
            <a:xfrm>
              <a:off x="4141237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404;p53">
              <a:extLst>
                <a:ext uri="{FF2B5EF4-FFF2-40B4-BE49-F238E27FC236}">
                  <a16:creationId xmlns:a16="http://schemas.microsoft.com/office/drawing/2014/main" id="{D4D40FF6-76BE-1B27-8E17-0418F412570F}"/>
                </a:ext>
              </a:extLst>
            </p:cNvPr>
            <p:cNvSpPr/>
            <p:nvPr/>
          </p:nvSpPr>
          <p:spPr>
            <a:xfrm>
              <a:off x="4141237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405;p53">
              <a:extLst>
                <a:ext uri="{FF2B5EF4-FFF2-40B4-BE49-F238E27FC236}">
                  <a16:creationId xmlns:a16="http://schemas.microsoft.com/office/drawing/2014/main" id="{0774D9E4-2339-5EFA-4253-F39C4D593406}"/>
                </a:ext>
              </a:extLst>
            </p:cNvPr>
            <p:cNvSpPr/>
            <p:nvPr/>
          </p:nvSpPr>
          <p:spPr>
            <a:xfrm>
              <a:off x="4141237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406;p53">
              <a:extLst>
                <a:ext uri="{FF2B5EF4-FFF2-40B4-BE49-F238E27FC236}">
                  <a16:creationId xmlns:a16="http://schemas.microsoft.com/office/drawing/2014/main" id="{AF656070-0DEF-9C69-868A-83AED59E6391}"/>
                </a:ext>
              </a:extLst>
            </p:cNvPr>
            <p:cNvSpPr/>
            <p:nvPr/>
          </p:nvSpPr>
          <p:spPr>
            <a:xfrm>
              <a:off x="4141237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407;p53">
              <a:extLst>
                <a:ext uri="{FF2B5EF4-FFF2-40B4-BE49-F238E27FC236}">
                  <a16:creationId xmlns:a16="http://schemas.microsoft.com/office/drawing/2014/main" id="{E526B25F-A8C5-8853-2D75-5FD5DCA57C5A}"/>
                </a:ext>
              </a:extLst>
            </p:cNvPr>
            <p:cNvSpPr/>
            <p:nvPr/>
          </p:nvSpPr>
          <p:spPr>
            <a:xfrm>
              <a:off x="4141237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408;p53">
              <a:extLst>
                <a:ext uri="{FF2B5EF4-FFF2-40B4-BE49-F238E27FC236}">
                  <a16:creationId xmlns:a16="http://schemas.microsoft.com/office/drawing/2014/main" id="{5FA2D6E2-89A1-6F45-C768-ED1B203B55DD}"/>
                </a:ext>
              </a:extLst>
            </p:cNvPr>
            <p:cNvSpPr/>
            <p:nvPr/>
          </p:nvSpPr>
          <p:spPr>
            <a:xfrm>
              <a:off x="4141237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409;p53">
              <a:extLst>
                <a:ext uri="{FF2B5EF4-FFF2-40B4-BE49-F238E27FC236}">
                  <a16:creationId xmlns:a16="http://schemas.microsoft.com/office/drawing/2014/main" id="{111CA0BE-7829-752B-6C37-995C98AAE94C}"/>
                </a:ext>
              </a:extLst>
            </p:cNvPr>
            <p:cNvSpPr/>
            <p:nvPr/>
          </p:nvSpPr>
          <p:spPr>
            <a:xfrm>
              <a:off x="4141237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410;p53">
              <a:extLst>
                <a:ext uri="{FF2B5EF4-FFF2-40B4-BE49-F238E27FC236}">
                  <a16:creationId xmlns:a16="http://schemas.microsoft.com/office/drawing/2014/main" id="{7C203834-F051-9CC7-215C-B140979110C3}"/>
                </a:ext>
              </a:extLst>
            </p:cNvPr>
            <p:cNvSpPr/>
            <p:nvPr/>
          </p:nvSpPr>
          <p:spPr>
            <a:xfrm>
              <a:off x="4141237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411;p53">
              <a:extLst>
                <a:ext uri="{FF2B5EF4-FFF2-40B4-BE49-F238E27FC236}">
                  <a16:creationId xmlns:a16="http://schemas.microsoft.com/office/drawing/2014/main" id="{EB594D51-573F-0B82-8759-EF6D1DF47F0E}"/>
                </a:ext>
              </a:extLst>
            </p:cNvPr>
            <p:cNvSpPr/>
            <p:nvPr/>
          </p:nvSpPr>
          <p:spPr>
            <a:xfrm>
              <a:off x="4195921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412;p53">
              <a:extLst>
                <a:ext uri="{FF2B5EF4-FFF2-40B4-BE49-F238E27FC236}">
                  <a16:creationId xmlns:a16="http://schemas.microsoft.com/office/drawing/2014/main" id="{5F87FEE6-950F-97A3-0A92-408BBF9550BB}"/>
                </a:ext>
              </a:extLst>
            </p:cNvPr>
            <p:cNvSpPr/>
            <p:nvPr/>
          </p:nvSpPr>
          <p:spPr>
            <a:xfrm>
              <a:off x="4195921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413;p53">
              <a:extLst>
                <a:ext uri="{FF2B5EF4-FFF2-40B4-BE49-F238E27FC236}">
                  <a16:creationId xmlns:a16="http://schemas.microsoft.com/office/drawing/2014/main" id="{64BDCEEA-E258-E38F-CD69-2884143705D5}"/>
                </a:ext>
              </a:extLst>
            </p:cNvPr>
            <p:cNvSpPr/>
            <p:nvPr/>
          </p:nvSpPr>
          <p:spPr>
            <a:xfrm>
              <a:off x="4195921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414;p53">
              <a:extLst>
                <a:ext uri="{FF2B5EF4-FFF2-40B4-BE49-F238E27FC236}">
                  <a16:creationId xmlns:a16="http://schemas.microsoft.com/office/drawing/2014/main" id="{3A476748-5031-E72D-EBFB-E657834B88B8}"/>
                </a:ext>
              </a:extLst>
            </p:cNvPr>
            <p:cNvSpPr/>
            <p:nvPr/>
          </p:nvSpPr>
          <p:spPr>
            <a:xfrm>
              <a:off x="4195921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415;p53">
              <a:extLst>
                <a:ext uri="{FF2B5EF4-FFF2-40B4-BE49-F238E27FC236}">
                  <a16:creationId xmlns:a16="http://schemas.microsoft.com/office/drawing/2014/main" id="{547B01AB-A52C-3F95-1422-BB21DDEC717C}"/>
                </a:ext>
              </a:extLst>
            </p:cNvPr>
            <p:cNvSpPr/>
            <p:nvPr/>
          </p:nvSpPr>
          <p:spPr>
            <a:xfrm>
              <a:off x="4195921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416;p53">
              <a:extLst>
                <a:ext uri="{FF2B5EF4-FFF2-40B4-BE49-F238E27FC236}">
                  <a16:creationId xmlns:a16="http://schemas.microsoft.com/office/drawing/2014/main" id="{D2455E4D-8679-4E5C-CA6A-B0F668805F81}"/>
                </a:ext>
              </a:extLst>
            </p:cNvPr>
            <p:cNvSpPr/>
            <p:nvPr/>
          </p:nvSpPr>
          <p:spPr>
            <a:xfrm>
              <a:off x="4195921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417;p53">
              <a:extLst>
                <a:ext uri="{FF2B5EF4-FFF2-40B4-BE49-F238E27FC236}">
                  <a16:creationId xmlns:a16="http://schemas.microsoft.com/office/drawing/2014/main" id="{1AAB7D1C-0A0D-405E-5E5B-6DD00448E113}"/>
                </a:ext>
              </a:extLst>
            </p:cNvPr>
            <p:cNvSpPr/>
            <p:nvPr/>
          </p:nvSpPr>
          <p:spPr>
            <a:xfrm>
              <a:off x="4195921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418;p53">
              <a:extLst>
                <a:ext uri="{FF2B5EF4-FFF2-40B4-BE49-F238E27FC236}">
                  <a16:creationId xmlns:a16="http://schemas.microsoft.com/office/drawing/2014/main" id="{AF792E65-8FC4-1370-8944-9FA2510AB84D}"/>
                </a:ext>
              </a:extLst>
            </p:cNvPr>
            <p:cNvSpPr/>
            <p:nvPr/>
          </p:nvSpPr>
          <p:spPr>
            <a:xfrm>
              <a:off x="4195921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419;p53">
              <a:extLst>
                <a:ext uri="{FF2B5EF4-FFF2-40B4-BE49-F238E27FC236}">
                  <a16:creationId xmlns:a16="http://schemas.microsoft.com/office/drawing/2014/main" id="{CC27EEC1-C68D-604A-5E97-6A0DAE6BC7BB}"/>
                </a:ext>
              </a:extLst>
            </p:cNvPr>
            <p:cNvSpPr/>
            <p:nvPr/>
          </p:nvSpPr>
          <p:spPr>
            <a:xfrm>
              <a:off x="4195921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420;p53">
              <a:extLst>
                <a:ext uri="{FF2B5EF4-FFF2-40B4-BE49-F238E27FC236}">
                  <a16:creationId xmlns:a16="http://schemas.microsoft.com/office/drawing/2014/main" id="{8B88A278-D944-DDA9-2A3F-2B50263AA181}"/>
                </a:ext>
              </a:extLst>
            </p:cNvPr>
            <p:cNvSpPr/>
            <p:nvPr/>
          </p:nvSpPr>
          <p:spPr>
            <a:xfrm>
              <a:off x="419592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421;p53">
              <a:extLst>
                <a:ext uri="{FF2B5EF4-FFF2-40B4-BE49-F238E27FC236}">
                  <a16:creationId xmlns:a16="http://schemas.microsoft.com/office/drawing/2014/main" id="{97326F7C-B6BD-6582-81A0-82B68E3F1703}"/>
                </a:ext>
              </a:extLst>
            </p:cNvPr>
            <p:cNvSpPr/>
            <p:nvPr/>
          </p:nvSpPr>
          <p:spPr>
            <a:xfrm>
              <a:off x="4195921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422;p53">
              <a:extLst>
                <a:ext uri="{FF2B5EF4-FFF2-40B4-BE49-F238E27FC236}">
                  <a16:creationId xmlns:a16="http://schemas.microsoft.com/office/drawing/2014/main" id="{DF694ED2-3DA4-3366-140F-C4D58D808C18}"/>
                </a:ext>
              </a:extLst>
            </p:cNvPr>
            <p:cNvSpPr/>
            <p:nvPr/>
          </p:nvSpPr>
          <p:spPr>
            <a:xfrm>
              <a:off x="4195921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423;p53">
              <a:extLst>
                <a:ext uri="{FF2B5EF4-FFF2-40B4-BE49-F238E27FC236}">
                  <a16:creationId xmlns:a16="http://schemas.microsoft.com/office/drawing/2014/main" id="{41BBC42B-33AE-1D92-E7D5-AC6F69AF2F92}"/>
                </a:ext>
              </a:extLst>
            </p:cNvPr>
            <p:cNvSpPr/>
            <p:nvPr/>
          </p:nvSpPr>
          <p:spPr>
            <a:xfrm>
              <a:off x="4250443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424;p53">
              <a:extLst>
                <a:ext uri="{FF2B5EF4-FFF2-40B4-BE49-F238E27FC236}">
                  <a16:creationId xmlns:a16="http://schemas.microsoft.com/office/drawing/2014/main" id="{35C15DAB-4F2F-912D-6B44-462985B1F63C}"/>
                </a:ext>
              </a:extLst>
            </p:cNvPr>
            <p:cNvSpPr/>
            <p:nvPr/>
          </p:nvSpPr>
          <p:spPr>
            <a:xfrm>
              <a:off x="4250443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425;p53">
              <a:extLst>
                <a:ext uri="{FF2B5EF4-FFF2-40B4-BE49-F238E27FC236}">
                  <a16:creationId xmlns:a16="http://schemas.microsoft.com/office/drawing/2014/main" id="{A6F83884-8298-3829-F3F7-6EC0A5F1E27E}"/>
                </a:ext>
              </a:extLst>
            </p:cNvPr>
            <p:cNvSpPr/>
            <p:nvPr/>
          </p:nvSpPr>
          <p:spPr>
            <a:xfrm>
              <a:off x="4305127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426;p53">
              <a:extLst>
                <a:ext uri="{FF2B5EF4-FFF2-40B4-BE49-F238E27FC236}">
                  <a16:creationId xmlns:a16="http://schemas.microsoft.com/office/drawing/2014/main" id="{95922FEF-CAA3-6268-0B3F-B50EF6974CB6}"/>
                </a:ext>
              </a:extLst>
            </p:cNvPr>
            <p:cNvSpPr/>
            <p:nvPr/>
          </p:nvSpPr>
          <p:spPr>
            <a:xfrm>
              <a:off x="4305127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427;p53">
              <a:extLst>
                <a:ext uri="{FF2B5EF4-FFF2-40B4-BE49-F238E27FC236}">
                  <a16:creationId xmlns:a16="http://schemas.microsoft.com/office/drawing/2014/main" id="{7088B98A-F51F-BB47-0F51-62366A34DF15}"/>
                </a:ext>
              </a:extLst>
            </p:cNvPr>
            <p:cNvSpPr/>
            <p:nvPr/>
          </p:nvSpPr>
          <p:spPr>
            <a:xfrm>
              <a:off x="4305127" y="210755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428;p53">
              <a:extLst>
                <a:ext uri="{FF2B5EF4-FFF2-40B4-BE49-F238E27FC236}">
                  <a16:creationId xmlns:a16="http://schemas.microsoft.com/office/drawing/2014/main" id="{5CD7339D-C716-EB03-5A17-623700FEFD83}"/>
                </a:ext>
              </a:extLst>
            </p:cNvPr>
            <p:cNvSpPr/>
            <p:nvPr/>
          </p:nvSpPr>
          <p:spPr>
            <a:xfrm>
              <a:off x="4305127" y="2162243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429;p53">
              <a:extLst>
                <a:ext uri="{FF2B5EF4-FFF2-40B4-BE49-F238E27FC236}">
                  <a16:creationId xmlns:a16="http://schemas.microsoft.com/office/drawing/2014/main" id="{7B646A54-881E-8F6F-D427-DD6B35241082}"/>
                </a:ext>
              </a:extLst>
            </p:cNvPr>
            <p:cNvSpPr/>
            <p:nvPr/>
          </p:nvSpPr>
          <p:spPr>
            <a:xfrm>
              <a:off x="4305127" y="2216926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430;p53">
              <a:extLst>
                <a:ext uri="{FF2B5EF4-FFF2-40B4-BE49-F238E27FC236}">
                  <a16:creationId xmlns:a16="http://schemas.microsoft.com/office/drawing/2014/main" id="{F75E9315-E8D2-4F34-B620-5445498D83A8}"/>
                </a:ext>
              </a:extLst>
            </p:cNvPr>
            <p:cNvSpPr/>
            <p:nvPr/>
          </p:nvSpPr>
          <p:spPr>
            <a:xfrm>
              <a:off x="4305127" y="2271592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431;p53">
              <a:extLst>
                <a:ext uri="{FF2B5EF4-FFF2-40B4-BE49-F238E27FC236}">
                  <a16:creationId xmlns:a16="http://schemas.microsoft.com/office/drawing/2014/main" id="{45B82847-7EE7-3916-A6C5-07B86B29B1F2}"/>
                </a:ext>
              </a:extLst>
            </p:cNvPr>
            <p:cNvSpPr/>
            <p:nvPr/>
          </p:nvSpPr>
          <p:spPr>
            <a:xfrm>
              <a:off x="4305127" y="2326115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432;p53">
              <a:extLst>
                <a:ext uri="{FF2B5EF4-FFF2-40B4-BE49-F238E27FC236}">
                  <a16:creationId xmlns:a16="http://schemas.microsoft.com/office/drawing/2014/main" id="{D147670A-2939-6EEF-2162-ECC21F92CA71}"/>
                </a:ext>
              </a:extLst>
            </p:cNvPr>
            <p:cNvSpPr/>
            <p:nvPr/>
          </p:nvSpPr>
          <p:spPr>
            <a:xfrm>
              <a:off x="4305127" y="2380799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433;p53">
              <a:extLst>
                <a:ext uri="{FF2B5EF4-FFF2-40B4-BE49-F238E27FC236}">
                  <a16:creationId xmlns:a16="http://schemas.microsoft.com/office/drawing/2014/main" id="{44BE47BE-E146-F918-A087-F77E398BE8DE}"/>
                </a:ext>
              </a:extLst>
            </p:cNvPr>
            <p:cNvSpPr/>
            <p:nvPr/>
          </p:nvSpPr>
          <p:spPr>
            <a:xfrm>
              <a:off x="4305127" y="2435482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434;p53">
              <a:extLst>
                <a:ext uri="{FF2B5EF4-FFF2-40B4-BE49-F238E27FC236}">
                  <a16:creationId xmlns:a16="http://schemas.microsoft.com/office/drawing/2014/main" id="{441EEF2B-D2BE-1258-4904-AEFC3106D5E9}"/>
                </a:ext>
              </a:extLst>
            </p:cNvPr>
            <p:cNvSpPr/>
            <p:nvPr/>
          </p:nvSpPr>
          <p:spPr>
            <a:xfrm>
              <a:off x="4305127" y="249014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435;p53">
              <a:extLst>
                <a:ext uri="{FF2B5EF4-FFF2-40B4-BE49-F238E27FC236}">
                  <a16:creationId xmlns:a16="http://schemas.microsoft.com/office/drawing/2014/main" id="{DBE5C09F-120C-219A-24BE-B963A00CC950}"/>
                </a:ext>
              </a:extLst>
            </p:cNvPr>
            <p:cNvSpPr/>
            <p:nvPr/>
          </p:nvSpPr>
          <p:spPr>
            <a:xfrm>
              <a:off x="4305127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436;p53">
              <a:extLst>
                <a:ext uri="{FF2B5EF4-FFF2-40B4-BE49-F238E27FC236}">
                  <a16:creationId xmlns:a16="http://schemas.microsoft.com/office/drawing/2014/main" id="{6C073827-2D87-867E-E66A-AFF1FB395B2F}"/>
                </a:ext>
              </a:extLst>
            </p:cNvPr>
            <p:cNvSpPr/>
            <p:nvPr/>
          </p:nvSpPr>
          <p:spPr>
            <a:xfrm>
              <a:off x="4305127" y="2599498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437;p53">
              <a:extLst>
                <a:ext uri="{FF2B5EF4-FFF2-40B4-BE49-F238E27FC236}">
                  <a16:creationId xmlns:a16="http://schemas.microsoft.com/office/drawing/2014/main" id="{60681C43-7945-C734-3E45-016DC2973384}"/>
                </a:ext>
              </a:extLst>
            </p:cNvPr>
            <p:cNvSpPr/>
            <p:nvPr/>
          </p:nvSpPr>
          <p:spPr>
            <a:xfrm>
              <a:off x="4305127" y="2654182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438;p53">
              <a:extLst>
                <a:ext uri="{FF2B5EF4-FFF2-40B4-BE49-F238E27FC236}">
                  <a16:creationId xmlns:a16="http://schemas.microsoft.com/office/drawing/2014/main" id="{BC8BD9E6-965D-D0A8-53EA-77767F6A7C85}"/>
                </a:ext>
              </a:extLst>
            </p:cNvPr>
            <p:cNvSpPr/>
            <p:nvPr/>
          </p:nvSpPr>
          <p:spPr>
            <a:xfrm>
              <a:off x="4305127" y="2708848"/>
              <a:ext cx="44766" cy="38237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439;p53">
              <a:extLst>
                <a:ext uri="{FF2B5EF4-FFF2-40B4-BE49-F238E27FC236}">
                  <a16:creationId xmlns:a16="http://schemas.microsoft.com/office/drawing/2014/main" id="{C0DECD87-4435-A25C-6B02-16D56EBFF03A}"/>
                </a:ext>
              </a:extLst>
            </p:cNvPr>
            <p:cNvSpPr/>
            <p:nvPr/>
          </p:nvSpPr>
          <p:spPr>
            <a:xfrm>
              <a:off x="43597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440;p53">
              <a:extLst>
                <a:ext uri="{FF2B5EF4-FFF2-40B4-BE49-F238E27FC236}">
                  <a16:creationId xmlns:a16="http://schemas.microsoft.com/office/drawing/2014/main" id="{A01916A2-F8A2-5300-5925-9D6FCFFB2192}"/>
                </a:ext>
              </a:extLst>
            </p:cNvPr>
            <p:cNvSpPr/>
            <p:nvPr/>
          </p:nvSpPr>
          <p:spPr>
            <a:xfrm>
              <a:off x="43597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441;p53">
              <a:extLst>
                <a:ext uri="{FF2B5EF4-FFF2-40B4-BE49-F238E27FC236}">
                  <a16:creationId xmlns:a16="http://schemas.microsoft.com/office/drawing/2014/main" id="{167CF7FC-E5BC-18A0-C3EE-27B5761D42B8}"/>
                </a:ext>
              </a:extLst>
            </p:cNvPr>
            <p:cNvSpPr/>
            <p:nvPr/>
          </p:nvSpPr>
          <p:spPr>
            <a:xfrm>
              <a:off x="43597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442;p53">
              <a:extLst>
                <a:ext uri="{FF2B5EF4-FFF2-40B4-BE49-F238E27FC236}">
                  <a16:creationId xmlns:a16="http://schemas.microsoft.com/office/drawing/2014/main" id="{52360985-E9EF-3F24-CE31-C225EAD3BCE2}"/>
                </a:ext>
              </a:extLst>
            </p:cNvPr>
            <p:cNvSpPr/>
            <p:nvPr/>
          </p:nvSpPr>
          <p:spPr>
            <a:xfrm>
              <a:off x="43597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443;p53">
              <a:extLst>
                <a:ext uri="{FF2B5EF4-FFF2-40B4-BE49-F238E27FC236}">
                  <a16:creationId xmlns:a16="http://schemas.microsoft.com/office/drawing/2014/main" id="{D6A51437-EBC3-799D-FBFC-4EE489DF9059}"/>
                </a:ext>
              </a:extLst>
            </p:cNvPr>
            <p:cNvSpPr/>
            <p:nvPr/>
          </p:nvSpPr>
          <p:spPr>
            <a:xfrm>
              <a:off x="4359793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444;p53">
              <a:extLst>
                <a:ext uri="{FF2B5EF4-FFF2-40B4-BE49-F238E27FC236}">
                  <a16:creationId xmlns:a16="http://schemas.microsoft.com/office/drawing/2014/main" id="{5A2AE1B6-8DA4-DAAB-E197-73E16890459A}"/>
                </a:ext>
              </a:extLst>
            </p:cNvPr>
            <p:cNvSpPr/>
            <p:nvPr/>
          </p:nvSpPr>
          <p:spPr>
            <a:xfrm>
              <a:off x="4359793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445;p53">
              <a:extLst>
                <a:ext uri="{FF2B5EF4-FFF2-40B4-BE49-F238E27FC236}">
                  <a16:creationId xmlns:a16="http://schemas.microsoft.com/office/drawing/2014/main" id="{AD9F2C9E-4DF0-B242-6587-6D625814CDFA}"/>
                </a:ext>
              </a:extLst>
            </p:cNvPr>
            <p:cNvSpPr/>
            <p:nvPr/>
          </p:nvSpPr>
          <p:spPr>
            <a:xfrm>
              <a:off x="43597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446;p53">
              <a:extLst>
                <a:ext uri="{FF2B5EF4-FFF2-40B4-BE49-F238E27FC236}">
                  <a16:creationId xmlns:a16="http://schemas.microsoft.com/office/drawing/2014/main" id="{1C4CE764-270D-31FE-9E5C-A703720B9B33}"/>
                </a:ext>
              </a:extLst>
            </p:cNvPr>
            <p:cNvSpPr/>
            <p:nvPr/>
          </p:nvSpPr>
          <p:spPr>
            <a:xfrm>
              <a:off x="4359793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447;p53">
              <a:extLst>
                <a:ext uri="{FF2B5EF4-FFF2-40B4-BE49-F238E27FC236}">
                  <a16:creationId xmlns:a16="http://schemas.microsoft.com/office/drawing/2014/main" id="{B9E5C452-7E23-D5F1-7F2D-400F5EF5E3D1}"/>
                </a:ext>
              </a:extLst>
            </p:cNvPr>
            <p:cNvSpPr/>
            <p:nvPr/>
          </p:nvSpPr>
          <p:spPr>
            <a:xfrm>
              <a:off x="4359793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448;p53">
              <a:extLst>
                <a:ext uri="{FF2B5EF4-FFF2-40B4-BE49-F238E27FC236}">
                  <a16:creationId xmlns:a16="http://schemas.microsoft.com/office/drawing/2014/main" id="{9ACC483E-85E6-6EA0-ADA4-FFDE09760CD8}"/>
                </a:ext>
              </a:extLst>
            </p:cNvPr>
            <p:cNvSpPr/>
            <p:nvPr/>
          </p:nvSpPr>
          <p:spPr>
            <a:xfrm>
              <a:off x="4359793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449;p53">
              <a:extLst>
                <a:ext uri="{FF2B5EF4-FFF2-40B4-BE49-F238E27FC236}">
                  <a16:creationId xmlns:a16="http://schemas.microsoft.com/office/drawing/2014/main" id="{3A960C10-0720-7807-CE43-00612351FF7E}"/>
                </a:ext>
              </a:extLst>
            </p:cNvPr>
            <p:cNvSpPr/>
            <p:nvPr/>
          </p:nvSpPr>
          <p:spPr>
            <a:xfrm>
              <a:off x="4359793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450;p53">
              <a:extLst>
                <a:ext uri="{FF2B5EF4-FFF2-40B4-BE49-F238E27FC236}">
                  <a16:creationId xmlns:a16="http://schemas.microsoft.com/office/drawing/2014/main" id="{1552D117-5975-791B-5E54-351CB7AFA761}"/>
                </a:ext>
              </a:extLst>
            </p:cNvPr>
            <p:cNvSpPr/>
            <p:nvPr/>
          </p:nvSpPr>
          <p:spPr>
            <a:xfrm>
              <a:off x="43597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451;p53">
              <a:extLst>
                <a:ext uri="{FF2B5EF4-FFF2-40B4-BE49-F238E27FC236}">
                  <a16:creationId xmlns:a16="http://schemas.microsoft.com/office/drawing/2014/main" id="{F49E8A8E-FC7A-324B-F74F-5E83549C81CE}"/>
                </a:ext>
              </a:extLst>
            </p:cNvPr>
            <p:cNvSpPr/>
            <p:nvPr/>
          </p:nvSpPr>
          <p:spPr>
            <a:xfrm>
              <a:off x="43597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452;p53">
              <a:extLst>
                <a:ext uri="{FF2B5EF4-FFF2-40B4-BE49-F238E27FC236}">
                  <a16:creationId xmlns:a16="http://schemas.microsoft.com/office/drawing/2014/main" id="{B0956A05-3A02-9911-6F7D-B24CA7B0D0D6}"/>
                </a:ext>
              </a:extLst>
            </p:cNvPr>
            <p:cNvSpPr/>
            <p:nvPr/>
          </p:nvSpPr>
          <p:spPr>
            <a:xfrm>
              <a:off x="4359793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453;p53">
              <a:extLst>
                <a:ext uri="{FF2B5EF4-FFF2-40B4-BE49-F238E27FC236}">
                  <a16:creationId xmlns:a16="http://schemas.microsoft.com/office/drawing/2014/main" id="{9325BC7C-6A7C-D83F-F4B7-4FFFFB168065}"/>
                </a:ext>
              </a:extLst>
            </p:cNvPr>
            <p:cNvSpPr/>
            <p:nvPr/>
          </p:nvSpPr>
          <p:spPr>
            <a:xfrm>
              <a:off x="4359793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454;p53">
              <a:extLst>
                <a:ext uri="{FF2B5EF4-FFF2-40B4-BE49-F238E27FC236}">
                  <a16:creationId xmlns:a16="http://schemas.microsoft.com/office/drawing/2014/main" id="{DA214743-CFDB-46E9-88D5-51BDF2B4E984}"/>
                </a:ext>
              </a:extLst>
            </p:cNvPr>
            <p:cNvSpPr/>
            <p:nvPr/>
          </p:nvSpPr>
          <p:spPr>
            <a:xfrm>
              <a:off x="4414476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455;p53">
              <a:extLst>
                <a:ext uri="{FF2B5EF4-FFF2-40B4-BE49-F238E27FC236}">
                  <a16:creationId xmlns:a16="http://schemas.microsoft.com/office/drawing/2014/main" id="{64B4AF20-FE34-27DB-D29F-961E06E7A677}"/>
                </a:ext>
              </a:extLst>
            </p:cNvPr>
            <p:cNvSpPr/>
            <p:nvPr/>
          </p:nvSpPr>
          <p:spPr>
            <a:xfrm>
              <a:off x="4414476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456;p53">
              <a:extLst>
                <a:ext uri="{FF2B5EF4-FFF2-40B4-BE49-F238E27FC236}">
                  <a16:creationId xmlns:a16="http://schemas.microsoft.com/office/drawing/2014/main" id="{FE8E8C0A-6482-957E-E572-39DF4AE07767}"/>
                </a:ext>
              </a:extLst>
            </p:cNvPr>
            <p:cNvSpPr/>
            <p:nvPr/>
          </p:nvSpPr>
          <p:spPr>
            <a:xfrm>
              <a:off x="4414476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457;p53">
              <a:extLst>
                <a:ext uri="{FF2B5EF4-FFF2-40B4-BE49-F238E27FC236}">
                  <a16:creationId xmlns:a16="http://schemas.microsoft.com/office/drawing/2014/main" id="{8956943F-4B14-61CA-ED6B-66B2E5A0B90B}"/>
                </a:ext>
              </a:extLst>
            </p:cNvPr>
            <p:cNvSpPr/>
            <p:nvPr/>
          </p:nvSpPr>
          <p:spPr>
            <a:xfrm>
              <a:off x="4414476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458;p53">
              <a:extLst>
                <a:ext uri="{FF2B5EF4-FFF2-40B4-BE49-F238E27FC236}">
                  <a16:creationId xmlns:a16="http://schemas.microsoft.com/office/drawing/2014/main" id="{06BB6C58-6313-B2D7-C791-2152E85B2C2C}"/>
                </a:ext>
              </a:extLst>
            </p:cNvPr>
            <p:cNvSpPr/>
            <p:nvPr/>
          </p:nvSpPr>
          <p:spPr>
            <a:xfrm>
              <a:off x="4414476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459;p53">
              <a:extLst>
                <a:ext uri="{FF2B5EF4-FFF2-40B4-BE49-F238E27FC236}">
                  <a16:creationId xmlns:a16="http://schemas.microsoft.com/office/drawing/2014/main" id="{507FA141-200C-6512-DF22-F8A2030EBFEB}"/>
                </a:ext>
              </a:extLst>
            </p:cNvPr>
            <p:cNvSpPr/>
            <p:nvPr/>
          </p:nvSpPr>
          <p:spPr>
            <a:xfrm>
              <a:off x="4414476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460;p53">
              <a:extLst>
                <a:ext uri="{FF2B5EF4-FFF2-40B4-BE49-F238E27FC236}">
                  <a16:creationId xmlns:a16="http://schemas.microsoft.com/office/drawing/2014/main" id="{9B2B3B85-AE5B-DA92-17BD-E33C6B2E4600}"/>
                </a:ext>
              </a:extLst>
            </p:cNvPr>
            <p:cNvSpPr/>
            <p:nvPr/>
          </p:nvSpPr>
          <p:spPr>
            <a:xfrm>
              <a:off x="4414476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461;p53">
              <a:extLst>
                <a:ext uri="{FF2B5EF4-FFF2-40B4-BE49-F238E27FC236}">
                  <a16:creationId xmlns:a16="http://schemas.microsoft.com/office/drawing/2014/main" id="{77E95DD8-08BA-F152-8268-F76312490CAA}"/>
                </a:ext>
              </a:extLst>
            </p:cNvPr>
            <p:cNvSpPr/>
            <p:nvPr/>
          </p:nvSpPr>
          <p:spPr>
            <a:xfrm>
              <a:off x="4414476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462;p53">
              <a:extLst>
                <a:ext uri="{FF2B5EF4-FFF2-40B4-BE49-F238E27FC236}">
                  <a16:creationId xmlns:a16="http://schemas.microsoft.com/office/drawing/2014/main" id="{0A004703-9B29-E5B6-2188-D66325E1B85D}"/>
                </a:ext>
              </a:extLst>
            </p:cNvPr>
            <p:cNvSpPr/>
            <p:nvPr/>
          </p:nvSpPr>
          <p:spPr>
            <a:xfrm>
              <a:off x="4414476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463;p53">
              <a:extLst>
                <a:ext uri="{FF2B5EF4-FFF2-40B4-BE49-F238E27FC236}">
                  <a16:creationId xmlns:a16="http://schemas.microsoft.com/office/drawing/2014/main" id="{893FEAF0-F990-FF8F-BE6C-CE0F9B52D80C}"/>
                </a:ext>
              </a:extLst>
            </p:cNvPr>
            <p:cNvSpPr/>
            <p:nvPr/>
          </p:nvSpPr>
          <p:spPr>
            <a:xfrm>
              <a:off x="4414476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464;p53">
              <a:extLst>
                <a:ext uri="{FF2B5EF4-FFF2-40B4-BE49-F238E27FC236}">
                  <a16:creationId xmlns:a16="http://schemas.microsoft.com/office/drawing/2014/main" id="{DE4E6C67-A306-6B02-DCB9-EF704A47BD34}"/>
                </a:ext>
              </a:extLst>
            </p:cNvPr>
            <p:cNvSpPr/>
            <p:nvPr/>
          </p:nvSpPr>
          <p:spPr>
            <a:xfrm>
              <a:off x="4414476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465;p53">
              <a:extLst>
                <a:ext uri="{FF2B5EF4-FFF2-40B4-BE49-F238E27FC236}">
                  <a16:creationId xmlns:a16="http://schemas.microsoft.com/office/drawing/2014/main" id="{C04432D5-A5A7-7871-1098-5192D3E2C016}"/>
                </a:ext>
              </a:extLst>
            </p:cNvPr>
            <p:cNvSpPr/>
            <p:nvPr/>
          </p:nvSpPr>
          <p:spPr>
            <a:xfrm>
              <a:off x="4414476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466;p53">
              <a:extLst>
                <a:ext uri="{FF2B5EF4-FFF2-40B4-BE49-F238E27FC236}">
                  <a16:creationId xmlns:a16="http://schemas.microsoft.com/office/drawing/2014/main" id="{288E1FB4-0E50-57B2-7F76-FB5025D8E15A}"/>
                </a:ext>
              </a:extLst>
            </p:cNvPr>
            <p:cNvSpPr/>
            <p:nvPr/>
          </p:nvSpPr>
          <p:spPr>
            <a:xfrm>
              <a:off x="4414476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467;p53">
              <a:extLst>
                <a:ext uri="{FF2B5EF4-FFF2-40B4-BE49-F238E27FC236}">
                  <a16:creationId xmlns:a16="http://schemas.microsoft.com/office/drawing/2014/main" id="{61A551A2-E4C2-9155-7780-34E45459D8EC}"/>
                </a:ext>
              </a:extLst>
            </p:cNvPr>
            <p:cNvSpPr/>
            <p:nvPr/>
          </p:nvSpPr>
          <p:spPr>
            <a:xfrm>
              <a:off x="4414476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468;p53">
              <a:extLst>
                <a:ext uri="{FF2B5EF4-FFF2-40B4-BE49-F238E27FC236}">
                  <a16:creationId xmlns:a16="http://schemas.microsoft.com/office/drawing/2014/main" id="{7EDBBA2B-2DBE-7A9B-7113-757AF2F0CD85}"/>
                </a:ext>
              </a:extLst>
            </p:cNvPr>
            <p:cNvSpPr/>
            <p:nvPr/>
          </p:nvSpPr>
          <p:spPr>
            <a:xfrm>
              <a:off x="4469142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469;p53">
              <a:extLst>
                <a:ext uri="{FF2B5EF4-FFF2-40B4-BE49-F238E27FC236}">
                  <a16:creationId xmlns:a16="http://schemas.microsoft.com/office/drawing/2014/main" id="{38BD2C93-23D6-4527-3A62-1F52C5229017}"/>
                </a:ext>
              </a:extLst>
            </p:cNvPr>
            <p:cNvSpPr/>
            <p:nvPr/>
          </p:nvSpPr>
          <p:spPr>
            <a:xfrm>
              <a:off x="4469142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470;p53">
              <a:extLst>
                <a:ext uri="{FF2B5EF4-FFF2-40B4-BE49-F238E27FC236}">
                  <a16:creationId xmlns:a16="http://schemas.microsoft.com/office/drawing/2014/main" id="{921266D9-0F12-0543-4D3F-0ACFBD41F115}"/>
                </a:ext>
              </a:extLst>
            </p:cNvPr>
            <p:cNvSpPr/>
            <p:nvPr/>
          </p:nvSpPr>
          <p:spPr>
            <a:xfrm>
              <a:off x="4469142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471;p53">
              <a:extLst>
                <a:ext uri="{FF2B5EF4-FFF2-40B4-BE49-F238E27FC236}">
                  <a16:creationId xmlns:a16="http://schemas.microsoft.com/office/drawing/2014/main" id="{22A3D6E2-80AE-E6AF-AF9B-B0DA03063EB6}"/>
                </a:ext>
              </a:extLst>
            </p:cNvPr>
            <p:cNvSpPr/>
            <p:nvPr/>
          </p:nvSpPr>
          <p:spPr>
            <a:xfrm>
              <a:off x="4469142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472;p53">
              <a:extLst>
                <a:ext uri="{FF2B5EF4-FFF2-40B4-BE49-F238E27FC236}">
                  <a16:creationId xmlns:a16="http://schemas.microsoft.com/office/drawing/2014/main" id="{82B4DA3E-0E6D-4A16-66F6-C214BA988960}"/>
                </a:ext>
              </a:extLst>
            </p:cNvPr>
            <p:cNvSpPr/>
            <p:nvPr/>
          </p:nvSpPr>
          <p:spPr>
            <a:xfrm>
              <a:off x="4469142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473;p53">
              <a:extLst>
                <a:ext uri="{FF2B5EF4-FFF2-40B4-BE49-F238E27FC236}">
                  <a16:creationId xmlns:a16="http://schemas.microsoft.com/office/drawing/2014/main" id="{4CD08E11-8D98-3C9B-B58B-E88156B0497A}"/>
                </a:ext>
              </a:extLst>
            </p:cNvPr>
            <p:cNvSpPr/>
            <p:nvPr/>
          </p:nvSpPr>
          <p:spPr>
            <a:xfrm>
              <a:off x="4469142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474;p53">
              <a:extLst>
                <a:ext uri="{FF2B5EF4-FFF2-40B4-BE49-F238E27FC236}">
                  <a16:creationId xmlns:a16="http://schemas.microsoft.com/office/drawing/2014/main" id="{80FE91FC-B8DF-A3AB-4005-F3643B5177FB}"/>
                </a:ext>
              </a:extLst>
            </p:cNvPr>
            <p:cNvSpPr/>
            <p:nvPr/>
          </p:nvSpPr>
          <p:spPr>
            <a:xfrm>
              <a:off x="4469142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475;p53">
              <a:extLst>
                <a:ext uri="{FF2B5EF4-FFF2-40B4-BE49-F238E27FC236}">
                  <a16:creationId xmlns:a16="http://schemas.microsoft.com/office/drawing/2014/main" id="{250D4421-539F-0C6B-81F8-B37E39A5F61B}"/>
                </a:ext>
              </a:extLst>
            </p:cNvPr>
            <p:cNvSpPr/>
            <p:nvPr/>
          </p:nvSpPr>
          <p:spPr>
            <a:xfrm>
              <a:off x="4469142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476;p53">
              <a:extLst>
                <a:ext uri="{FF2B5EF4-FFF2-40B4-BE49-F238E27FC236}">
                  <a16:creationId xmlns:a16="http://schemas.microsoft.com/office/drawing/2014/main" id="{73EB2335-A5D1-F837-DC41-785408AB8823}"/>
                </a:ext>
              </a:extLst>
            </p:cNvPr>
            <p:cNvSpPr/>
            <p:nvPr/>
          </p:nvSpPr>
          <p:spPr>
            <a:xfrm>
              <a:off x="4469142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477;p53">
              <a:extLst>
                <a:ext uri="{FF2B5EF4-FFF2-40B4-BE49-F238E27FC236}">
                  <a16:creationId xmlns:a16="http://schemas.microsoft.com/office/drawing/2014/main" id="{7BC6459F-11B2-C66D-DC03-832B23B26EC7}"/>
                </a:ext>
              </a:extLst>
            </p:cNvPr>
            <p:cNvSpPr/>
            <p:nvPr/>
          </p:nvSpPr>
          <p:spPr>
            <a:xfrm>
              <a:off x="4469142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478;p53">
              <a:extLst>
                <a:ext uri="{FF2B5EF4-FFF2-40B4-BE49-F238E27FC236}">
                  <a16:creationId xmlns:a16="http://schemas.microsoft.com/office/drawing/2014/main" id="{C5629B9A-DB3A-DF81-5B19-3FC65720438D}"/>
                </a:ext>
              </a:extLst>
            </p:cNvPr>
            <p:cNvSpPr/>
            <p:nvPr/>
          </p:nvSpPr>
          <p:spPr>
            <a:xfrm>
              <a:off x="4469142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479;p53">
              <a:extLst>
                <a:ext uri="{FF2B5EF4-FFF2-40B4-BE49-F238E27FC236}">
                  <a16:creationId xmlns:a16="http://schemas.microsoft.com/office/drawing/2014/main" id="{C098A34C-9905-E14B-3D85-16DB8D14F8A8}"/>
                </a:ext>
              </a:extLst>
            </p:cNvPr>
            <p:cNvSpPr/>
            <p:nvPr/>
          </p:nvSpPr>
          <p:spPr>
            <a:xfrm>
              <a:off x="4469142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480;p53">
              <a:extLst>
                <a:ext uri="{FF2B5EF4-FFF2-40B4-BE49-F238E27FC236}">
                  <a16:creationId xmlns:a16="http://schemas.microsoft.com/office/drawing/2014/main" id="{891D52D7-2454-212A-75AE-EEADB591E057}"/>
                </a:ext>
              </a:extLst>
            </p:cNvPr>
            <p:cNvSpPr/>
            <p:nvPr/>
          </p:nvSpPr>
          <p:spPr>
            <a:xfrm>
              <a:off x="4469142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481;p53">
              <a:extLst>
                <a:ext uri="{FF2B5EF4-FFF2-40B4-BE49-F238E27FC236}">
                  <a16:creationId xmlns:a16="http://schemas.microsoft.com/office/drawing/2014/main" id="{6BFAD72C-4EFA-7BC3-CD04-E54084567E5E}"/>
                </a:ext>
              </a:extLst>
            </p:cNvPr>
            <p:cNvSpPr/>
            <p:nvPr/>
          </p:nvSpPr>
          <p:spPr>
            <a:xfrm>
              <a:off x="4469142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482;p53">
              <a:extLst>
                <a:ext uri="{FF2B5EF4-FFF2-40B4-BE49-F238E27FC236}">
                  <a16:creationId xmlns:a16="http://schemas.microsoft.com/office/drawing/2014/main" id="{09E83411-947F-21F8-6B73-688933B7385C}"/>
                </a:ext>
              </a:extLst>
            </p:cNvPr>
            <p:cNvSpPr/>
            <p:nvPr/>
          </p:nvSpPr>
          <p:spPr>
            <a:xfrm>
              <a:off x="4523683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483;p53">
              <a:extLst>
                <a:ext uri="{FF2B5EF4-FFF2-40B4-BE49-F238E27FC236}">
                  <a16:creationId xmlns:a16="http://schemas.microsoft.com/office/drawing/2014/main" id="{A6668E2D-9ECF-D147-8649-84D959139D3B}"/>
                </a:ext>
              </a:extLst>
            </p:cNvPr>
            <p:cNvSpPr/>
            <p:nvPr/>
          </p:nvSpPr>
          <p:spPr>
            <a:xfrm>
              <a:off x="4523683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484;p53">
              <a:extLst>
                <a:ext uri="{FF2B5EF4-FFF2-40B4-BE49-F238E27FC236}">
                  <a16:creationId xmlns:a16="http://schemas.microsoft.com/office/drawing/2014/main" id="{D2659040-DAF4-398B-F1BF-B7DB336D41F1}"/>
                </a:ext>
              </a:extLst>
            </p:cNvPr>
            <p:cNvSpPr/>
            <p:nvPr/>
          </p:nvSpPr>
          <p:spPr>
            <a:xfrm>
              <a:off x="45783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485;p53">
              <a:extLst>
                <a:ext uri="{FF2B5EF4-FFF2-40B4-BE49-F238E27FC236}">
                  <a16:creationId xmlns:a16="http://schemas.microsoft.com/office/drawing/2014/main" id="{911A8072-5311-0D97-5FB5-56CF13C8051F}"/>
                </a:ext>
              </a:extLst>
            </p:cNvPr>
            <p:cNvSpPr/>
            <p:nvPr/>
          </p:nvSpPr>
          <p:spPr>
            <a:xfrm>
              <a:off x="45783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486;p53">
              <a:extLst>
                <a:ext uri="{FF2B5EF4-FFF2-40B4-BE49-F238E27FC236}">
                  <a16:creationId xmlns:a16="http://schemas.microsoft.com/office/drawing/2014/main" id="{FDC269BE-5B07-7F80-2BFE-1F3ADA0786FC}"/>
                </a:ext>
              </a:extLst>
            </p:cNvPr>
            <p:cNvSpPr/>
            <p:nvPr/>
          </p:nvSpPr>
          <p:spPr>
            <a:xfrm>
              <a:off x="4578349" y="2053036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487;p53">
              <a:extLst>
                <a:ext uri="{FF2B5EF4-FFF2-40B4-BE49-F238E27FC236}">
                  <a16:creationId xmlns:a16="http://schemas.microsoft.com/office/drawing/2014/main" id="{2E461413-1BB9-1A96-4A66-B1C1762ED7E1}"/>
                </a:ext>
              </a:extLst>
            </p:cNvPr>
            <p:cNvSpPr/>
            <p:nvPr/>
          </p:nvSpPr>
          <p:spPr>
            <a:xfrm>
              <a:off x="45783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488;p53">
              <a:extLst>
                <a:ext uri="{FF2B5EF4-FFF2-40B4-BE49-F238E27FC236}">
                  <a16:creationId xmlns:a16="http://schemas.microsoft.com/office/drawing/2014/main" id="{3F68F8B6-C552-EB54-836D-83252EB4CC34}"/>
                </a:ext>
              </a:extLst>
            </p:cNvPr>
            <p:cNvSpPr/>
            <p:nvPr/>
          </p:nvSpPr>
          <p:spPr>
            <a:xfrm>
              <a:off x="4578349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489;p53">
              <a:extLst>
                <a:ext uri="{FF2B5EF4-FFF2-40B4-BE49-F238E27FC236}">
                  <a16:creationId xmlns:a16="http://schemas.microsoft.com/office/drawing/2014/main" id="{59E098E3-319A-A65E-5CCC-20C89D90B649}"/>
                </a:ext>
              </a:extLst>
            </p:cNvPr>
            <p:cNvSpPr/>
            <p:nvPr/>
          </p:nvSpPr>
          <p:spPr>
            <a:xfrm>
              <a:off x="4578349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490;p53">
              <a:extLst>
                <a:ext uri="{FF2B5EF4-FFF2-40B4-BE49-F238E27FC236}">
                  <a16:creationId xmlns:a16="http://schemas.microsoft.com/office/drawing/2014/main" id="{7BDA842A-B392-6157-5104-92D2C1EF9AD6}"/>
                </a:ext>
              </a:extLst>
            </p:cNvPr>
            <p:cNvSpPr/>
            <p:nvPr/>
          </p:nvSpPr>
          <p:spPr>
            <a:xfrm>
              <a:off x="4578349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491;p53">
              <a:extLst>
                <a:ext uri="{FF2B5EF4-FFF2-40B4-BE49-F238E27FC236}">
                  <a16:creationId xmlns:a16="http://schemas.microsoft.com/office/drawing/2014/main" id="{294FD25C-6F90-8446-8677-10AF289CB904}"/>
                </a:ext>
              </a:extLst>
            </p:cNvPr>
            <p:cNvSpPr/>
            <p:nvPr/>
          </p:nvSpPr>
          <p:spPr>
            <a:xfrm>
              <a:off x="4578349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492;p53">
              <a:extLst>
                <a:ext uri="{FF2B5EF4-FFF2-40B4-BE49-F238E27FC236}">
                  <a16:creationId xmlns:a16="http://schemas.microsoft.com/office/drawing/2014/main" id="{B71ED975-6E9B-35EB-1A7C-E185BA87DDF1}"/>
                </a:ext>
              </a:extLst>
            </p:cNvPr>
            <p:cNvSpPr/>
            <p:nvPr/>
          </p:nvSpPr>
          <p:spPr>
            <a:xfrm>
              <a:off x="4578349" y="23807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493;p53">
              <a:extLst>
                <a:ext uri="{FF2B5EF4-FFF2-40B4-BE49-F238E27FC236}">
                  <a16:creationId xmlns:a16="http://schemas.microsoft.com/office/drawing/2014/main" id="{5AD11455-317D-2CE6-B8B3-35A2C28C01BA}"/>
                </a:ext>
              </a:extLst>
            </p:cNvPr>
            <p:cNvSpPr/>
            <p:nvPr/>
          </p:nvSpPr>
          <p:spPr>
            <a:xfrm>
              <a:off x="4578349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494;p53">
              <a:extLst>
                <a:ext uri="{FF2B5EF4-FFF2-40B4-BE49-F238E27FC236}">
                  <a16:creationId xmlns:a16="http://schemas.microsoft.com/office/drawing/2014/main" id="{2339EC1D-186C-D9A0-769C-BF48F2941575}"/>
                </a:ext>
              </a:extLst>
            </p:cNvPr>
            <p:cNvSpPr/>
            <p:nvPr/>
          </p:nvSpPr>
          <p:spPr>
            <a:xfrm>
              <a:off x="4578349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495;p53">
              <a:extLst>
                <a:ext uri="{FF2B5EF4-FFF2-40B4-BE49-F238E27FC236}">
                  <a16:creationId xmlns:a16="http://schemas.microsoft.com/office/drawing/2014/main" id="{498CEACF-B3B1-BFF3-FE27-F76A20C2AC1F}"/>
                </a:ext>
              </a:extLst>
            </p:cNvPr>
            <p:cNvSpPr/>
            <p:nvPr/>
          </p:nvSpPr>
          <p:spPr>
            <a:xfrm>
              <a:off x="4578349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496;p53">
              <a:extLst>
                <a:ext uri="{FF2B5EF4-FFF2-40B4-BE49-F238E27FC236}">
                  <a16:creationId xmlns:a16="http://schemas.microsoft.com/office/drawing/2014/main" id="{AC31283B-C03B-31DA-8685-3E5F131733E3}"/>
                </a:ext>
              </a:extLst>
            </p:cNvPr>
            <p:cNvSpPr/>
            <p:nvPr/>
          </p:nvSpPr>
          <p:spPr>
            <a:xfrm>
              <a:off x="4578349" y="259949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497;p53">
              <a:extLst>
                <a:ext uri="{FF2B5EF4-FFF2-40B4-BE49-F238E27FC236}">
                  <a16:creationId xmlns:a16="http://schemas.microsoft.com/office/drawing/2014/main" id="{4B33A095-2CC2-7119-C9D5-A61CEA7809A1}"/>
                </a:ext>
              </a:extLst>
            </p:cNvPr>
            <p:cNvSpPr/>
            <p:nvPr/>
          </p:nvSpPr>
          <p:spPr>
            <a:xfrm>
              <a:off x="4578349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498;p53">
              <a:extLst>
                <a:ext uri="{FF2B5EF4-FFF2-40B4-BE49-F238E27FC236}">
                  <a16:creationId xmlns:a16="http://schemas.microsoft.com/office/drawing/2014/main" id="{0BA1244F-CD19-A5AD-D568-75CFB1BB6565}"/>
                </a:ext>
              </a:extLst>
            </p:cNvPr>
            <p:cNvSpPr/>
            <p:nvPr/>
          </p:nvSpPr>
          <p:spPr>
            <a:xfrm>
              <a:off x="4578349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499;p53">
              <a:extLst>
                <a:ext uri="{FF2B5EF4-FFF2-40B4-BE49-F238E27FC236}">
                  <a16:creationId xmlns:a16="http://schemas.microsoft.com/office/drawing/2014/main" id="{28770AE2-AEC6-C2BE-67C0-2E966E47B613}"/>
                </a:ext>
              </a:extLst>
            </p:cNvPr>
            <p:cNvSpPr/>
            <p:nvPr/>
          </p:nvSpPr>
          <p:spPr>
            <a:xfrm>
              <a:off x="4578349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500;p53">
              <a:extLst>
                <a:ext uri="{FF2B5EF4-FFF2-40B4-BE49-F238E27FC236}">
                  <a16:creationId xmlns:a16="http://schemas.microsoft.com/office/drawing/2014/main" id="{743FA218-346F-F857-55FE-898E80FBD105}"/>
                </a:ext>
              </a:extLst>
            </p:cNvPr>
            <p:cNvSpPr/>
            <p:nvPr/>
          </p:nvSpPr>
          <p:spPr>
            <a:xfrm>
              <a:off x="4578349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501;p53">
              <a:extLst>
                <a:ext uri="{FF2B5EF4-FFF2-40B4-BE49-F238E27FC236}">
                  <a16:creationId xmlns:a16="http://schemas.microsoft.com/office/drawing/2014/main" id="{0F1EE91F-D6A5-EFE9-E549-4A72426058E1}"/>
                </a:ext>
              </a:extLst>
            </p:cNvPr>
            <p:cNvSpPr/>
            <p:nvPr/>
          </p:nvSpPr>
          <p:spPr>
            <a:xfrm>
              <a:off x="4578349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502;p53">
              <a:extLst>
                <a:ext uri="{FF2B5EF4-FFF2-40B4-BE49-F238E27FC236}">
                  <a16:creationId xmlns:a16="http://schemas.microsoft.com/office/drawing/2014/main" id="{2D53BF9B-30F7-893B-DE9D-379039AB397E}"/>
                </a:ext>
              </a:extLst>
            </p:cNvPr>
            <p:cNvSpPr/>
            <p:nvPr/>
          </p:nvSpPr>
          <p:spPr>
            <a:xfrm>
              <a:off x="4633032" y="188900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503;p53">
              <a:extLst>
                <a:ext uri="{FF2B5EF4-FFF2-40B4-BE49-F238E27FC236}">
                  <a16:creationId xmlns:a16="http://schemas.microsoft.com/office/drawing/2014/main" id="{12B368BB-F31F-3F94-8E25-49322CEC9D46}"/>
                </a:ext>
              </a:extLst>
            </p:cNvPr>
            <p:cNvSpPr/>
            <p:nvPr/>
          </p:nvSpPr>
          <p:spPr>
            <a:xfrm>
              <a:off x="46330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504;p53">
              <a:extLst>
                <a:ext uri="{FF2B5EF4-FFF2-40B4-BE49-F238E27FC236}">
                  <a16:creationId xmlns:a16="http://schemas.microsoft.com/office/drawing/2014/main" id="{7228CBA8-0656-9464-A8D2-AC369FE0391C}"/>
                </a:ext>
              </a:extLst>
            </p:cNvPr>
            <p:cNvSpPr/>
            <p:nvPr/>
          </p:nvSpPr>
          <p:spPr>
            <a:xfrm>
              <a:off x="46330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505;p53">
              <a:extLst>
                <a:ext uri="{FF2B5EF4-FFF2-40B4-BE49-F238E27FC236}">
                  <a16:creationId xmlns:a16="http://schemas.microsoft.com/office/drawing/2014/main" id="{3A3BBB61-8C34-3DFE-9CC7-73F01850A1D4}"/>
                </a:ext>
              </a:extLst>
            </p:cNvPr>
            <p:cNvSpPr/>
            <p:nvPr/>
          </p:nvSpPr>
          <p:spPr>
            <a:xfrm>
              <a:off x="4633032" y="2053036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506;p53">
              <a:extLst>
                <a:ext uri="{FF2B5EF4-FFF2-40B4-BE49-F238E27FC236}">
                  <a16:creationId xmlns:a16="http://schemas.microsoft.com/office/drawing/2014/main" id="{0FD93121-7922-B98C-EFBC-67BA4C4535FC}"/>
                </a:ext>
              </a:extLst>
            </p:cNvPr>
            <p:cNvSpPr/>
            <p:nvPr/>
          </p:nvSpPr>
          <p:spPr>
            <a:xfrm>
              <a:off x="46330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507;p53">
              <a:extLst>
                <a:ext uri="{FF2B5EF4-FFF2-40B4-BE49-F238E27FC236}">
                  <a16:creationId xmlns:a16="http://schemas.microsoft.com/office/drawing/2014/main" id="{ADE9FC43-FE24-24A6-295D-5C39261B4309}"/>
                </a:ext>
              </a:extLst>
            </p:cNvPr>
            <p:cNvSpPr/>
            <p:nvPr/>
          </p:nvSpPr>
          <p:spPr>
            <a:xfrm>
              <a:off x="46330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508;p53">
              <a:extLst>
                <a:ext uri="{FF2B5EF4-FFF2-40B4-BE49-F238E27FC236}">
                  <a16:creationId xmlns:a16="http://schemas.microsoft.com/office/drawing/2014/main" id="{34BE8D4F-E657-7F6F-698F-11D51FDEA3A5}"/>
                </a:ext>
              </a:extLst>
            </p:cNvPr>
            <p:cNvSpPr/>
            <p:nvPr/>
          </p:nvSpPr>
          <p:spPr>
            <a:xfrm>
              <a:off x="46330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509;p53">
              <a:extLst>
                <a:ext uri="{FF2B5EF4-FFF2-40B4-BE49-F238E27FC236}">
                  <a16:creationId xmlns:a16="http://schemas.microsoft.com/office/drawing/2014/main" id="{737B7DA0-3A50-F45E-672C-EAD4D458F48F}"/>
                </a:ext>
              </a:extLst>
            </p:cNvPr>
            <p:cNvSpPr/>
            <p:nvPr/>
          </p:nvSpPr>
          <p:spPr>
            <a:xfrm>
              <a:off x="4633032" y="2271592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510;p53">
              <a:extLst>
                <a:ext uri="{FF2B5EF4-FFF2-40B4-BE49-F238E27FC236}">
                  <a16:creationId xmlns:a16="http://schemas.microsoft.com/office/drawing/2014/main" id="{70A4B61D-CED8-372F-78B6-778D843F0C53}"/>
                </a:ext>
              </a:extLst>
            </p:cNvPr>
            <p:cNvSpPr/>
            <p:nvPr/>
          </p:nvSpPr>
          <p:spPr>
            <a:xfrm>
              <a:off x="46330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511;p53">
              <a:extLst>
                <a:ext uri="{FF2B5EF4-FFF2-40B4-BE49-F238E27FC236}">
                  <a16:creationId xmlns:a16="http://schemas.microsoft.com/office/drawing/2014/main" id="{CBBCD4B9-68C5-8AE3-3144-7966D203E31A}"/>
                </a:ext>
              </a:extLst>
            </p:cNvPr>
            <p:cNvSpPr/>
            <p:nvPr/>
          </p:nvSpPr>
          <p:spPr>
            <a:xfrm>
              <a:off x="4633032" y="2380799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512;p53">
              <a:extLst>
                <a:ext uri="{FF2B5EF4-FFF2-40B4-BE49-F238E27FC236}">
                  <a16:creationId xmlns:a16="http://schemas.microsoft.com/office/drawing/2014/main" id="{78849260-18E4-53D9-72DF-8F46892B0EF2}"/>
                </a:ext>
              </a:extLst>
            </p:cNvPr>
            <p:cNvSpPr/>
            <p:nvPr/>
          </p:nvSpPr>
          <p:spPr>
            <a:xfrm>
              <a:off x="46330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513;p53">
              <a:extLst>
                <a:ext uri="{FF2B5EF4-FFF2-40B4-BE49-F238E27FC236}">
                  <a16:creationId xmlns:a16="http://schemas.microsoft.com/office/drawing/2014/main" id="{75B6483F-22F6-C731-2EE5-E9A2BA64AEFC}"/>
                </a:ext>
              </a:extLst>
            </p:cNvPr>
            <p:cNvSpPr/>
            <p:nvPr/>
          </p:nvSpPr>
          <p:spPr>
            <a:xfrm>
              <a:off x="46330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514;p53">
              <a:extLst>
                <a:ext uri="{FF2B5EF4-FFF2-40B4-BE49-F238E27FC236}">
                  <a16:creationId xmlns:a16="http://schemas.microsoft.com/office/drawing/2014/main" id="{7C9D6376-950D-3334-7E3A-6AFEF2F4CE5B}"/>
                </a:ext>
              </a:extLst>
            </p:cNvPr>
            <p:cNvSpPr/>
            <p:nvPr/>
          </p:nvSpPr>
          <p:spPr>
            <a:xfrm>
              <a:off x="4633032" y="2544832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515;p53">
              <a:extLst>
                <a:ext uri="{FF2B5EF4-FFF2-40B4-BE49-F238E27FC236}">
                  <a16:creationId xmlns:a16="http://schemas.microsoft.com/office/drawing/2014/main" id="{F1A602E5-B2FB-A856-04D5-9F3FEE172B4D}"/>
                </a:ext>
              </a:extLst>
            </p:cNvPr>
            <p:cNvSpPr/>
            <p:nvPr/>
          </p:nvSpPr>
          <p:spPr>
            <a:xfrm>
              <a:off x="4633032" y="259949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516;p53">
              <a:extLst>
                <a:ext uri="{FF2B5EF4-FFF2-40B4-BE49-F238E27FC236}">
                  <a16:creationId xmlns:a16="http://schemas.microsoft.com/office/drawing/2014/main" id="{50336791-B50B-1B63-C691-369EB195641A}"/>
                </a:ext>
              </a:extLst>
            </p:cNvPr>
            <p:cNvSpPr/>
            <p:nvPr/>
          </p:nvSpPr>
          <p:spPr>
            <a:xfrm>
              <a:off x="46330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517;p53">
              <a:extLst>
                <a:ext uri="{FF2B5EF4-FFF2-40B4-BE49-F238E27FC236}">
                  <a16:creationId xmlns:a16="http://schemas.microsoft.com/office/drawing/2014/main" id="{445D885F-8A1B-2671-BF85-B64A843C88BD}"/>
                </a:ext>
              </a:extLst>
            </p:cNvPr>
            <p:cNvSpPr/>
            <p:nvPr/>
          </p:nvSpPr>
          <p:spPr>
            <a:xfrm>
              <a:off x="4633032" y="27088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518;p53">
              <a:extLst>
                <a:ext uri="{FF2B5EF4-FFF2-40B4-BE49-F238E27FC236}">
                  <a16:creationId xmlns:a16="http://schemas.microsoft.com/office/drawing/2014/main" id="{9DF371F9-61CF-D7FC-8FDA-E38382DFE00A}"/>
                </a:ext>
              </a:extLst>
            </p:cNvPr>
            <p:cNvSpPr/>
            <p:nvPr/>
          </p:nvSpPr>
          <p:spPr>
            <a:xfrm>
              <a:off x="46330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519;p53">
              <a:extLst>
                <a:ext uri="{FF2B5EF4-FFF2-40B4-BE49-F238E27FC236}">
                  <a16:creationId xmlns:a16="http://schemas.microsoft.com/office/drawing/2014/main" id="{0428935F-8351-3AF4-DF37-70F2AEF175A1}"/>
                </a:ext>
              </a:extLst>
            </p:cNvPr>
            <p:cNvSpPr/>
            <p:nvPr/>
          </p:nvSpPr>
          <p:spPr>
            <a:xfrm>
              <a:off x="46330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520;p53">
              <a:extLst>
                <a:ext uri="{FF2B5EF4-FFF2-40B4-BE49-F238E27FC236}">
                  <a16:creationId xmlns:a16="http://schemas.microsoft.com/office/drawing/2014/main" id="{CB11C24B-1FF6-A626-CE91-8316F510D09A}"/>
                </a:ext>
              </a:extLst>
            </p:cNvPr>
            <p:cNvSpPr/>
            <p:nvPr/>
          </p:nvSpPr>
          <p:spPr>
            <a:xfrm>
              <a:off x="4687698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521;p53">
              <a:extLst>
                <a:ext uri="{FF2B5EF4-FFF2-40B4-BE49-F238E27FC236}">
                  <a16:creationId xmlns:a16="http://schemas.microsoft.com/office/drawing/2014/main" id="{7FBD4F7C-E839-935E-3D4E-29C9A1A01367}"/>
                </a:ext>
              </a:extLst>
            </p:cNvPr>
            <p:cNvSpPr/>
            <p:nvPr/>
          </p:nvSpPr>
          <p:spPr>
            <a:xfrm>
              <a:off x="4687698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522;p53">
              <a:extLst>
                <a:ext uri="{FF2B5EF4-FFF2-40B4-BE49-F238E27FC236}">
                  <a16:creationId xmlns:a16="http://schemas.microsoft.com/office/drawing/2014/main" id="{FC08DE30-00E8-C96B-4D3E-DD248841843F}"/>
                </a:ext>
              </a:extLst>
            </p:cNvPr>
            <p:cNvSpPr/>
            <p:nvPr/>
          </p:nvSpPr>
          <p:spPr>
            <a:xfrm>
              <a:off x="4687698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523;p53">
              <a:extLst>
                <a:ext uri="{FF2B5EF4-FFF2-40B4-BE49-F238E27FC236}">
                  <a16:creationId xmlns:a16="http://schemas.microsoft.com/office/drawing/2014/main" id="{D6DFB90A-C457-DA7C-7A99-96890DB25FAD}"/>
                </a:ext>
              </a:extLst>
            </p:cNvPr>
            <p:cNvSpPr/>
            <p:nvPr/>
          </p:nvSpPr>
          <p:spPr>
            <a:xfrm>
              <a:off x="4687698" y="2053036"/>
              <a:ext cx="44748" cy="38202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524;p53">
              <a:extLst>
                <a:ext uri="{FF2B5EF4-FFF2-40B4-BE49-F238E27FC236}">
                  <a16:creationId xmlns:a16="http://schemas.microsoft.com/office/drawing/2014/main" id="{4EDF971D-0ABB-26B9-651C-911CC27E485F}"/>
                </a:ext>
              </a:extLst>
            </p:cNvPr>
            <p:cNvSpPr/>
            <p:nvPr/>
          </p:nvSpPr>
          <p:spPr>
            <a:xfrm>
              <a:off x="4687698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525;p53">
              <a:extLst>
                <a:ext uri="{FF2B5EF4-FFF2-40B4-BE49-F238E27FC236}">
                  <a16:creationId xmlns:a16="http://schemas.microsoft.com/office/drawing/2014/main" id="{E881F08A-73F5-0895-DDB6-4D4616BFEB18}"/>
                </a:ext>
              </a:extLst>
            </p:cNvPr>
            <p:cNvSpPr/>
            <p:nvPr/>
          </p:nvSpPr>
          <p:spPr>
            <a:xfrm>
              <a:off x="4687698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526;p53">
              <a:extLst>
                <a:ext uri="{FF2B5EF4-FFF2-40B4-BE49-F238E27FC236}">
                  <a16:creationId xmlns:a16="http://schemas.microsoft.com/office/drawing/2014/main" id="{7AD94B23-A558-6F05-E88E-83963AAF4EFB}"/>
                </a:ext>
              </a:extLst>
            </p:cNvPr>
            <p:cNvSpPr/>
            <p:nvPr/>
          </p:nvSpPr>
          <p:spPr>
            <a:xfrm>
              <a:off x="4687698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527;p53">
              <a:extLst>
                <a:ext uri="{FF2B5EF4-FFF2-40B4-BE49-F238E27FC236}">
                  <a16:creationId xmlns:a16="http://schemas.microsoft.com/office/drawing/2014/main" id="{3FBB06FA-FD14-5038-DD40-00E9204B4FFE}"/>
                </a:ext>
              </a:extLst>
            </p:cNvPr>
            <p:cNvSpPr/>
            <p:nvPr/>
          </p:nvSpPr>
          <p:spPr>
            <a:xfrm>
              <a:off x="4687698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528;p53">
              <a:extLst>
                <a:ext uri="{FF2B5EF4-FFF2-40B4-BE49-F238E27FC236}">
                  <a16:creationId xmlns:a16="http://schemas.microsoft.com/office/drawing/2014/main" id="{0A33AC41-15F1-2498-42DE-D99738510D5E}"/>
                </a:ext>
              </a:extLst>
            </p:cNvPr>
            <p:cNvSpPr/>
            <p:nvPr/>
          </p:nvSpPr>
          <p:spPr>
            <a:xfrm>
              <a:off x="4687698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529;p53">
              <a:extLst>
                <a:ext uri="{FF2B5EF4-FFF2-40B4-BE49-F238E27FC236}">
                  <a16:creationId xmlns:a16="http://schemas.microsoft.com/office/drawing/2014/main" id="{EFB55003-A602-5E6F-E776-2146D2BEAE93}"/>
                </a:ext>
              </a:extLst>
            </p:cNvPr>
            <p:cNvSpPr/>
            <p:nvPr/>
          </p:nvSpPr>
          <p:spPr>
            <a:xfrm>
              <a:off x="4687698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530;p53">
              <a:extLst>
                <a:ext uri="{FF2B5EF4-FFF2-40B4-BE49-F238E27FC236}">
                  <a16:creationId xmlns:a16="http://schemas.microsoft.com/office/drawing/2014/main" id="{DF214430-DD9A-0C60-AC20-060E114A915B}"/>
                </a:ext>
              </a:extLst>
            </p:cNvPr>
            <p:cNvSpPr/>
            <p:nvPr/>
          </p:nvSpPr>
          <p:spPr>
            <a:xfrm>
              <a:off x="4687698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531;p53">
              <a:extLst>
                <a:ext uri="{FF2B5EF4-FFF2-40B4-BE49-F238E27FC236}">
                  <a16:creationId xmlns:a16="http://schemas.microsoft.com/office/drawing/2014/main" id="{8423884A-7929-549F-EA84-171A554336CA}"/>
                </a:ext>
              </a:extLst>
            </p:cNvPr>
            <p:cNvSpPr/>
            <p:nvPr/>
          </p:nvSpPr>
          <p:spPr>
            <a:xfrm>
              <a:off x="4687698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532;p53">
              <a:extLst>
                <a:ext uri="{FF2B5EF4-FFF2-40B4-BE49-F238E27FC236}">
                  <a16:creationId xmlns:a16="http://schemas.microsoft.com/office/drawing/2014/main" id="{733895D1-C27C-5E51-DF65-45F6972DB141}"/>
                </a:ext>
              </a:extLst>
            </p:cNvPr>
            <p:cNvSpPr/>
            <p:nvPr/>
          </p:nvSpPr>
          <p:spPr>
            <a:xfrm>
              <a:off x="4687698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533;p53">
              <a:extLst>
                <a:ext uri="{FF2B5EF4-FFF2-40B4-BE49-F238E27FC236}">
                  <a16:creationId xmlns:a16="http://schemas.microsoft.com/office/drawing/2014/main" id="{B1D10AD6-7D3D-FBF5-D7CB-682AFB3B6855}"/>
                </a:ext>
              </a:extLst>
            </p:cNvPr>
            <p:cNvSpPr/>
            <p:nvPr/>
          </p:nvSpPr>
          <p:spPr>
            <a:xfrm>
              <a:off x="4687698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534;p53">
              <a:extLst>
                <a:ext uri="{FF2B5EF4-FFF2-40B4-BE49-F238E27FC236}">
                  <a16:creationId xmlns:a16="http://schemas.microsoft.com/office/drawing/2014/main" id="{A407357B-C06F-9A35-ABBE-857067132C57}"/>
                </a:ext>
              </a:extLst>
            </p:cNvPr>
            <p:cNvSpPr/>
            <p:nvPr/>
          </p:nvSpPr>
          <p:spPr>
            <a:xfrm>
              <a:off x="468769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535;p53">
              <a:extLst>
                <a:ext uri="{FF2B5EF4-FFF2-40B4-BE49-F238E27FC236}">
                  <a16:creationId xmlns:a16="http://schemas.microsoft.com/office/drawing/2014/main" id="{8E57C91D-93B8-C91C-671B-29E686C6B6F4}"/>
                </a:ext>
              </a:extLst>
            </p:cNvPr>
            <p:cNvSpPr/>
            <p:nvPr/>
          </p:nvSpPr>
          <p:spPr>
            <a:xfrm>
              <a:off x="4687698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536;p53">
              <a:extLst>
                <a:ext uri="{FF2B5EF4-FFF2-40B4-BE49-F238E27FC236}">
                  <a16:creationId xmlns:a16="http://schemas.microsoft.com/office/drawing/2014/main" id="{C7AF8B2A-7F94-50A2-2C24-328E40110038}"/>
                </a:ext>
              </a:extLst>
            </p:cNvPr>
            <p:cNvSpPr/>
            <p:nvPr/>
          </p:nvSpPr>
          <p:spPr>
            <a:xfrm>
              <a:off x="468769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537;p53">
              <a:extLst>
                <a:ext uri="{FF2B5EF4-FFF2-40B4-BE49-F238E27FC236}">
                  <a16:creationId xmlns:a16="http://schemas.microsoft.com/office/drawing/2014/main" id="{9CA7AC22-36B4-13A8-EF1C-341514C57266}"/>
                </a:ext>
              </a:extLst>
            </p:cNvPr>
            <p:cNvSpPr/>
            <p:nvPr/>
          </p:nvSpPr>
          <p:spPr>
            <a:xfrm>
              <a:off x="4742382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538;p53">
              <a:extLst>
                <a:ext uri="{FF2B5EF4-FFF2-40B4-BE49-F238E27FC236}">
                  <a16:creationId xmlns:a16="http://schemas.microsoft.com/office/drawing/2014/main" id="{00F2055F-575F-3154-4C37-5783C25DE619}"/>
                </a:ext>
              </a:extLst>
            </p:cNvPr>
            <p:cNvSpPr/>
            <p:nvPr/>
          </p:nvSpPr>
          <p:spPr>
            <a:xfrm>
              <a:off x="4742382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539;p53">
              <a:extLst>
                <a:ext uri="{FF2B5EF4-FFF2-40B4-BE49-F238E27FC236}">
                  <a16:creationId xmlns:a16="http://schemas.microsoft.com/office/drawing/2014/main" id="{7BB21CA3-E8B3-0AA7-E19B-C80A55485F6A}"/>
                </a:ext>
              </a:extLst>
            </p:cNvPr>
            <p:cNvSpPr/>
            <p:nvPr/>
          </p:nvSpPr>
          <p:spPr>
            <a:xfrm>
              <a:off x="4742382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540;p53">
              <a:extLst>
                <a:ext uri="{FF2B5EF4-FFF2-40B4-BE49-F238E27FC236}">
                  <a16:creationId xmlns:a16="http://schemas.microsoft.com/office/drawing/2014/main" id="{93D31486-7C8A-6908-3F51-0932A42FC9F8}"/>
                </a:ext>
              </a:extLst>
            </p:cNvPr>
            <p:cNvSpPr/>
            <p:nvPr/>
          </p:nvSpPr>
          <p:spPr>
            <a:xfrm>
              <a:off x="4742382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541;p53">
              <a:extLst>
                <a:ext uri="{FF2B5EF4-FFF2-40B4-BE49-F238E27FC236}">
                  <a16:creationId xmlns:a16="http://schemas.microsoft.com/office/drawing/2014/main" id="{A468CBFA-7130-11C0-61DA-D8073744B53D}"/>
                </a:ext>
              </a:extLst>
            </p:cNvPr>
            <p:cNvSpPr/>
            <p:nvPr/>
          </p:nvSpPr>
          <p:spPr>
            <a:xfrm>
              <a:off x="4742382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542;p53">
              <a:extLst>
                <a:ext uri="{FF2B5EF4-FFF2-40B4-BE49-F238E27FC236}">
                  <a16:creationId xmlns:a16="http://schemas.microsoft.com/office/drawing/2014/main" id="{00DBDFF4-68DA-86EE-5C56-1533A003EF3C}"/>
                </a:ext>
              </a:extLst>
            </p:cNvPr>
            <p:cNvSpPr/>
            <p:nvPr/>
          </p:nvSpPr>
          <p:spPr>
            <a:xfrm>
              <a:off x="4742382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543;p53">
              <a:extLst>
                <a:ext uri="{FF2B5EF4-FFF2-40B4-BE49-F238E27FC236}">
                  <a16:creationId xmlns:a16="http://schemas.microsoft.com/office/drawing/2014/main" id="{2CFE4598-0711-D449-B8F0-DE98824722B9}"/>
                </a:ext>
              </a:extLst>
            </p:cNvPr>
            <p:cNvSpPr/>
            <p:nvPr/>
          </p:nvSpPr>
          <p:spPr>
            <a:xfrm>
              <a:off x="4742382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544;p53">
              <a:extLst>
                <a:ext uri="{FF2B5EF4-FFF2-40B4-BE49-F238E27FC236}">
                  <a16:creationId xmlns:a16="http://schemas.microsoft.com/office/drawing/2014/main" id="{72B1A623-1268-F7CB-7C38-DDC1438EE66F}"/>
                </a:ext>
              </a:extLst>
            </p:cNvPr>
            <p:cNvSpPr/>
            <p:nvPr/>
          </p:nvSpPr>
          <p:spPr>
            <a:xfrm>
              <a:off x="4742382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545;p53">
              <a:extLst>
                <a:ext uri="{FF2B5EF4-FFF2-40B4-BE49-F238E27FC236}">
                  <a16:creationId xmlns:a16="http://schemas.microsoft.com/office/drawing/2014/main" id="{98F26593-3ED5-2FE1-1DF7-59B7522F4606}"/>
                </a:ext>
              </a:extLst>
            </p:cNvPr>
            <p:cNvSpPr/>
            <p:nvPr/>
          </p:nvSpPr>
          <p:spPr>
            <a:xfrm>
              <a:off x="4742382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546;p53">
              <a:extLst>
                <a:ext uri="{FF2B5EF4-FFF2-40B4-BE49-F238E27FC236}">
                  <a16:creationId xmlns:a16="http://schemas.microsoft.com/office/drawing/2014/main" id="{5D500245-0357-146C-B8AD-4FC6D5E7F6A9}"/>
                </a:ext>
              </a:extLst>
            </p:cNvPr>
            <p:cNvSpPr/>
            <p:nvPr/>
          </p:nvSpPr>
          <p:spPr>
            <a:xfrm>
              <a:off x="4742382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547;p53">
              <a:extLst>
                <a:ext uri="{FF2B5EF4-FFF2-40B4-BE49-F238E27FC236}">
                  <a16:creationId xmlns:a16="http://schemas.microsoft.com/office/drawing/2014/main" id="{42F7CDFC-56A8-E086-7A2F-F88C31BD77AA}"/>
                </a:ext>
              </a:extLst>
            </p:cNvPr>
            <p:cNvSpPr/>
            <p:nvPr/>
          </p:nvSpPr>
          <p:spPr>
            <a:xfrm>
              <a:off x="4742382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548;p53">
              <a:extLst>
                <a:ext uri="{FF2B5EF4-FFF2-40B4-BE49-F238E27FC236}">
                  <a16:creationId xmlns:a16="http://schemas.microsoft.com/office/drawing/2014/main" id="{C8B1368F-B87C-C0C9-60C0-5481E1E0E1F7}"/>
                </a:ext>
              </a:extLst>
            </p:cNvPr>
            <p:cNvSpPr/>
            <p:nvPr/>
          </p:nvSpPr>
          <p:spPr>
            <a:xfrm>
              <a:off x="4742382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549;p53">
              <a:extLst>
                <a:ext uri="{FF2B5EF4-FFF2-40B4-BE49-F238E27FC236}">
                  <a16:creationId xmlns:a16="http://schemas.microsoft.com/office/drawing/2014/main" id="{1F8B2769-0727-DCE7-4A0C-F6F446963EAC}"/>
                </a:ext>
              </a:extLst>
            </p:cNvPr>
            <p:cNvSpPr/>
            <p:nvPr/>
          </p:nvSpPr>
          <p:spPr>
            <a:xfrm>
              <a:off x="4742382" y="2544832"/>
              <a:ext cx="44873" cy="38327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550;p53">
              <a:extLst>
                <a:ext uri="{FF2B5EF4-FFF2-40B4-BE49-F238E27FC236}">
                  <a16:creationId xmlns:a16="http://schemas.microsoft.com/office/drawing/2014/main" id="{750D27F1-9C2D-653C-8C9A-333D54A64195}"/>
                </a:ext>
              </a:extLst>
            </p:cNvPr>
            <p:cNvSpPr/>
            <p:nvPr/>
          </p:nvSpPr>
          <p:spPr>
            <a:xfrm>
              <a:off x="4742382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551;p53">
              <a:extLst>
                <a:ext uri="{FF2B5EF4-FFF2-40B4-BE49-F238E27FC236}">
                  <a16:creationId xmlns:a16="http://schemas.microsoft.com/office/drawing/2014/main" id="{04385058-D128-76F6-7BCF-1C7FEDC7719D}"/>
                </a:ext>
              </a:extLst>
            </p:cNvPr>
            <p:cNvSpPr/>
            <p:nvPr/>
          </p:nvSpPr>
          <p:spPr>
            <a:xfrm>
              <a:off x="4742382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552;p53">
              <a:extLst>
                <a:ext uri="{FF2B5EF4-FFF2-40B4-BE49-F238E27FC236}">
                  <a16:creationId xmlns:a16="http://schemas.microsoft.com/office/drawing/2014/main" id="{4D56E2CE-24AF-AC93-86BF-60CC8D2DA0C1}"/>
                </a:ext>
              </a:extLst>
            </p:cNvPr>
            <p:cNvSpPr/>
            <p:nvPr/>
          </p:nvSpPr>
          <p:spPr>
            <a:xfrm>
              <a:off x="4742382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553;p53">
              <a:extLst>
                <a:ext uri="{FF2B5EF4-FFF2-40B4-BE49-F238E27FC236}">
                  <a16:creationId xmlns:a16="http://schemas.microsoft.com/office/drawing/2014/main" id="{59087278-BB5B-9639-1558-6EDB6A746205}"/>
                </a:ext>
              </a:extLst>
            </p:cNvPr>
            <p:cNvSpPr/>
            <p:nvPr/>
          </p:nvSpPr>
          <p:spPr>
            <a:xfrm>
              <a:off x="4742382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554;p53">
              <a:extLst>
                <a:ext uri="{FF2B5EF4-FFF2-40B4-BE49-F238E27FC236}">
                  <a16:creationId xmlns:a16="http://schemas.microsoft.com/office/drawing/2014/main" id="{1096F803-0F7A-D1F4-C622-F32155E7E3CF}"/>
                </a:ext>
              </a:extLst>
            </p:cNvPr>
            <p:cNvSpPr/>
            <p:nvPr/>
          </p:nvSpPr>
          <p:spPr>
            <a:xfrm>
              <a:off x="4742382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555;p53">
              <a:extLst>
                <a:ext uri="{FF2B5EF4-FFF2-40B4-BE49-F238E27FC236}">
                  <a16:creationId xmlns:a16="http://schemas.microsoft.com/office/drawing/2014/main" id="{0C236CA3-D6A1-876E-9BD3-509A46A015DD}"/>
                </a:ext>
              </a:extLst>
            </p:cNvPr>
            <p:cNvSpPr/>
            <p:nvPr/>
          </p:nvSpPr>
          <p:spPr>
            <a:xfrm>
              <a:off x="479704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556;p53">
              <a:extLst>
                <a:ext uri="{FF2B5EF4-FFF2-40B4-BE49-F238E27FC236}">
                  <a16:creationId xmlns:a16="http://schemas.microsoft.com/office/drawing/2014/main" id="{CD2E3FE4-BAA9-30B5-7AAB-49D6F974F1F6}"/>
                </a:ext>
              </a:extLst>
            </p:cNvPr>
            <p:cNvSpPr/>
            <p:nvPr/>
          </p:nvSpPr>
          <p:spPr>
            <a:xfrm>
              <a:off x="479704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557;p53">
              <a:extLst>
                <a:ext uri="{FF2B5EF4-FFF2-40B4-BE49-F238E27FC236}">
                  <a16:creationId xmlns:a16="http://schemas.microsoft.com/office/drawing/2014/main" id="{8ADDF3EF-B128-DCD9-4C28-812AE4A71CBB}"/>
                </a:ext>
              </a:extLst>
            </p:cNvPr>
            <p:cNvSpPr/>
            <p:nvPr/>
          </p:nvSpPr>
          <p:spPr>
            <a:xfrm>
              <a:off x="479704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558;p53">
              <a:extLst>
                <a:ext uri="{FF2B5EF4-FFF2-40B4-BE49-F238E27FC236}">
                  <a16:creationId xmlns:a16="http://schemas.microsoft.com/office/drawing/2014/main" id="{CB204ECA-0BDD-44FE-52EE-D90DFC9EDDC2}"/>
                </a:ext>
              </a:extLst>
            </p:cNvPr>
            <p:cNvSpPr/>
            <p:nvPr/>
          </p:nvSpPr>
          <p:spPr>
            <a:xfrm>
              <a:off x="479704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559;p53">
              <a:extLst>
                <a:ext uri="{FF2B5EF4-FFF2-40B4-BE49-F238E27FC236}">
                  <a16:creationId xmlns:a16="http://schemas.microsoft.com/office/drawing/2014/main" id="{A5EE8727-34C7-8C99-839F-1E3624CD1205}"/>
                </a:ext>
              </a:extLst>
            </p:cNvPr>
            <p:cNvSpPr/>
            <p:nvPr/>
          </p:nvSpPr>
          <p:spPr>
            <a:xfrm>
              <a:off x="479704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560;p53">
              <a:extLst>
                <a:ext uri="{FF2B5EF4-FFF2-40B4-BE49-F238E27FC236}">
                  <a16:creationId xmlns:a16="http://schemas.microsoft.com/office/drawing/2014/main" id="{E58FD349-4A25-6412-F423-E1E50A134EC5}"/>
                </a:ext>
              </a:extLst>
            </p:cNvPr>
            <p:cNvSpPr/>
            <p:nvPr/>
          </p:nvSpPr>
          <p:spPr>
            <a:xfrm>
              <a:off x="53981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561;p53">
              <a:extLst>
                <a:ext uri="{FF2B5EF4-FFF2-40B4-BE49-F238E27FC236}">
                  <a16:creationId xmlns:a16="http://schemas.microsoft.com/office/drawing/2014/main" id="{691EC5C6-B9E9-A057-9D2B-23D956A71214}"/>
                </a:ext>
              </a:extLst>
            </p:cNvPr>
            <p:cNvSpPr/>
            <p:nvPr/>
          </p:nvSpPr>
          <p:spPr>
            <a:xfrm>
              <a:off x="5398193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562;p53">
              <a:extLst>
                <a:ext uri="{FF2B5EF4-FFF2-40B4-BE49-F238E27FC236}">
                  <a16:creationId xmlns:a16="http://schemas.microsoft.com/office/drawing/2014/main" id="{22D2AF28-1DE7-2F92-CC7E-7D70AAFD6D3E}"/>
                </a:ext>
              </a:extLst>
            </p:cNvPr>
            <p:cNvSpPr/>
            <p:nvPr/>
          </p:nvSpPr>
          <p:spPr>
            <a:xfrm>
              <a:off x="5452716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563;p53">
              <a:extLst>
                <a:ext uri="{FF2B5EF4-FFF2-40B4-BE49-F238E27FC236}">
                  <a16:creationId xmlns:a16="http://schemas.microsoft.com/office/drawing/2014/main" id="{726CF252-6184-93E2-4760-A12CA808AD51}"/>
                </a:ext>
              </a:extLst>
            </p:cNvPr>
            <p:cNvSpPr/>
            <p:nvPr/>
          </p:nvSpPr>
          <p:spPr>
            <a:xfrm>
              <a:off x="5452716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564;p53">
              <a:extLst>
                <a:ext uri="{FF2B5EF4-FFF2-40B4-BE49-F238E27FC236}">
                  <a16:creationId xmlns:a16="http://schemas.microsoft.com/office/drawing/2014/main" id="{49A5E0CF-8D74-3F00-83DE-52E0AC9A6A0E}"/>
                </a:ext>
              </a:extLst>
            </p:cNvPr>
            <p:cNvSpPr/>
            <p:nvPr/>
          </p:nvSpPr>
          <p:spPr>
            <a:xfrm>
              <a:off x="5507399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565;p53">
              <a:extLst>
                <a:ext uri="{FF2B5EF4-FFF2-40B4-BE49-F238E27FC236}">
                  <a16:creationId xmlns:a16="http://schemas.microsoft.com/office/drawing/2014/main" id="{7062091A-51B4-E43D-A1C4-7B57F39072D1}"/>
                </a:ext>
              </a:extLst>
            </p:cNvPr>
            <p:cNvSpPr/>
            <p:nvPr/>
          </p:nvSpPr>
          <p:spPr>
            <a:xfrm>
              <a:off x="5507399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566;p53">
              <a:extLst>
                <a:ext uri="{FF2B5EF4-FFF2-40B4-BE49-F238E27FC236}">
                  <a16:creationId xmlns:a16="http://schemas.microsoft.com/office/drawing/2014/main" id="{2A3EE792-9F5C-979F-01BA-AF468489BCEA}"/>
                </a:ext>
              </a:extLst>
            </p:cNvPr>
            <p:cNvSpPr/>
            <p:nvPr/>
          </p:nvSpPr>
          <p:spPr>
            <a:xfrm>
              <a:off x="5507399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567;p53">
              <a:extLst>
                <a:ext uri="{FF2B5EF4-FFF2-40B4-BE49-F238E27FC236}">
                  <a16:creationId xmlns:a16="http://schemas.microsoft.com/office/drawing/2014/main" id="{91B3F4C7-17E8-5197-FEDE-7CFD35FDD23F}"/>
                </a:ext>
              </a:extLst>
            </p:cNvPr>
            <p:cNvSpPr/>
            <p:nvPr/>
          </p:nvSpPr>
          <p:spPr>
            <a:xfrm>
              <a:off x="55620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568;p53">
              <a:extLst>
                <a:ext uri="{FF2B5EF4-FFF2-40B4-BE49-F238E27FC236}">
                  <a16:creationId xmlns:a16="http://schemas.microsoft.com/office/drawing/2014/main" id="{7B9EFD98-9022-445B-F353-32010CF1A3CA}"/>
                </a:ext>
              </a:extLst>
            </p:cNvPr>
            <p:cNvSpPr/>
            <p:nvPr/>
          </p:nvSpPr>
          <p:spPr>
            <a:xfrm>
              <a:off x="55620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569;p53">
              <a:extLst>
                <a:ext uri="{FF2B5EF4-FFF2-40B4-BE49-F238E27FC236}">
                  <a16:creationId xmlns:a16="http://schemas.microsoft.com/office/drawing/2014/main" id="{2E2401DC-2878-962F-5296-DE0C7608AF37}"/>
                </a:ext>
              </a:extLst>
            </p:cNvPr>
            <p:cNvSpPr/>
            <p:nvPr/>
          </p:nvSpPr>
          <p:spPr>
            <a:xfrm>
              <a:off x="56167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570;p53">
              <a:extLst>
                <a:ext uri="{FF2B5EF4-FFF2-40B4-BE49-F238E27FC236}">
                  <a16:creationId xmlns:a16="http://schemas.microsoft.com/office/drawing/2014/main" id="{E8331481-A83B-AB0C-E943-2E6C191B4CAF}"/>
                </a:ext>
              </a:extLst>
            </p:cNvPr>
            <p:cNvSpPr/>
            <p:nvPr/>
          </p:nvSpPr>
          <p:spPr>
            <a:xfrm>
              <a:off x="59446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571;p53">
              <a:extLst>
                <a:ext uri="{FF2B5EF4-FFF2-40B4-BE49-F238E27FC236}">
                  <a16:creationId xmlns:a16="http://schemas.microsoft.com/office/drawing/2014/main" id="{F7DCBCE5-43C9-3B85-7003-F01E9ED53264}"/>
                </a:ext>
              </a:extLst>
            </p:cNvPr>
            <p:cNvSpPr/>
            <p:nvPr/>
          </p:nvSpPr>
          <p:spPr>
            <a:xfrm>
              <a:off x="567143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572;p53">
              <a:extLst>
                <a:ext uri="{FF2B5EF4-FFF2-40B4-BE49-F238E27FC236}">
                  <a16:creationId xmlns:a16="http://schemas.microsoft.com/office/drawing/2014/main" id="{4ECBC767-F1AD-7FBF-BE28-BC3B58E14422}"/>
                </a:ext>
              </a:extLst>
            </p:cNvPr>
            <p:cNvSpPr/>
            <p:nvPr/>
          </p:nvSpPr>
          <p:spPr>
            <a:xfrm>
              <a:off x="57259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573;p53">
              <a:extLst>
                <a:ext uri="{FF2B5EF4-FFF2-40B4-BE49-F238E27FC236}">
                  <a16:creationId xmlns:a16="http://schemas.microsoft.com/office/drawing/2014/main" id="{83EB393B-61EA-7107-A7D3-655C78ED97BE}"/>
                </a:ext>
              </a:extLst>
            </p:cNvPr>
            <p:cNvSpPr/>
            <p:nvPr/>
          </p:nvSpPr>
          <p:spPr>
            <a:xfrm>
              <a:off x="5780783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574;p53">
              <a:extLst>
                <a:ext uri="{FF2B5EF4-FFF2-40B4-BE49-F238E27FC236}">
                  <a16:creationId xmlns:a16="http://schemas.microsoft.com/office/drawing/2014/main" id="{41F029B2-DA0B-0E0A-1432-6EF7521C79EA}"/>
                </a:ext>
              </a:extLst>
            </p:cNvPr>
            <p:cNvSpPr/>
            <p:nvPr/>
          </p:nvSpPr>
          <p:spPr>
            <a:xfrm>
              <a:off x="5889989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575;p53">
              <a:extLst>
                <a:ext uri="{FF2B5EF4-FFF2-40B4-BE49-F238E27FC236}">
                  <a16:creationId xmlns:a16="http://schemas.microsoft.com/office/drawing/2014/main" id="{1941CBC0-4738-7E43-BC65-FF9DF379091C}"/>
                </a:ext>
              </a:extLst>
            </p:cNvPr>
            <p:cNvSpPr/>
            <p:nvPr/>
          </p:nvSpPr>
          <p:spPr>
            <a:xfrm>
              <a:off x="58354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576;p53">
              <a:extLst>
                <a:ext uri="{FF2B5EF4-FFF2-40B4-BE49-F238E27FC236}">
                  <a16:creationId xmlns:a16="http://schemas.microsoft.com/office/drawing/2014/main" id="{46EBAD57-E3B4-E0E0-3CBA-CB6CFDBB22EE}"/>
                </a:ext>
              </a:extLst>
            </p:cNvPr>
            <p:cNvSpPr/>
            <p:nvPr/>
          </p:nvSpPr>
          <p:spPr>
            <a:xfrm>
              <a:off x="578078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577;p53">
              <a:extLst>
                <a:ext uri="{FF2B5EF4-FFF2-40B4-BE49-F238E27FC236}">
                  <a16:creationId xmlns:a16="http://schemas.microsoft.com/office/drawing/2014/main" id="{6FA65FC7-0CE0-BBCA-2A5D-4BE40712A52C}"/>
                </a:ext>
              </a:extLst>
            </p:cNvPr>
            <p:cNvSpPr/>
            <p:nvPr/>
          </p:nvSpPr>
          <p:spPr>
            <a:xfrm>
              <a:off x="5725955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578;p53">
              <a:extLst>
                <a:ext uri="{FF2B5EF4-FFF2-40B4-BE49-F238E27FC236}">
                  <a16:creationId xmlns:a16="http://schemas.microsoft.com/office/drawing/2014/main" id="{4865B950-A4C6-2FBC-79A8-95DB691DD15C}"/>
                </a:ext>
              </a:extLst>
            </p:cNvPr>
            <p:cNvSpPr/>
            <p:nvPr/>
          </p:nvSpPr>
          <p:spPr>
            <a:xfrm>
              <a:off x="5671433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579;p53">
              <a:extLst>
                <a:ext uri="{FF2B5EF4-FFF2-40B4-BE49-F238E27FC236}">
                  <a16:creationId xmlns:a16="http://schemas.microsoft.com/office/drawing/2014/main" id="{5C2A9132-169D-01EB-6ED1-F0E7CFE5A46B}"/>
                </a:ext>
              </a:extLst>
            </p:cNvPr>
            <p:cNvSpPr/>
            <p:nvPr/>
          </p:nvSpPr>
          <p:spPr>
            <a:xfrm>
              <a:off x="5616749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580;p53">
              <a:extLst>
                <a:ext uri="{FF2B5EF4-FFF2-40B4-BE49-F238E27FC236}">
                  <a16:creationId xmlns:a16="http://schemas.microsoft.com/office/drawing/2014/main" id="{C461466A-7DC8-1FD9-6D68-D56C0645C473}"/>
                </a:ext>
              </a:extLst>
            </p:cNvPr>
            <p:cNvSpPr/>
            <p:nvPr/>
          </p:nvSpPr>
          <p:spPr>
            <a:xfrm>
              <a:off x="56167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581;p53">
              <a:extLst>
                <a:ext uri="{FF2B5EF4-FFF2-40B4-BE49-F238E27FC236}">
                  <a16:creationId xmlns:a16="http://schemas.microsoft.com/office/drawing/2014/main" id="{0166A6FB-26C6-2551-2F10-E1D517AC9650}"/>
                </a:ext>
              </a:extLst>
            </p:cNvPr>
            <p:cNvSpPr/>
            <p:nvPr/>
          </p:nvSpPr>
          <p:spPr>
            <a:xfrm>
              <a:off x="55620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582;p53">
              <a:extLst>
                <a:ext uri="{FF2B5EF4-FFF2-40B4-BE49-F238E27FC236}">
                  <a16:creationId xmlns:a16="http://schemas.microsoft.com/office/drawing/2014/main" id="{2DDBC864-7EFC-C075-B220-D5C0611E61CE}"/>
                </a:ext>
              </a:extLst>
            </p:cNvPr>
            <p:cNvSpPr/>
            <p:nvPr/>
          </p:nvSpPr>
          <p:spPr>
            <a:xfrm>
              <a:off x="5507399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583;p53">
              <a:extLst>
                <a:ext uri="{FF2B5EF4-FFF2-40B4-BE49-F238E27FC236}">
                  <a16:creationId xmlns:a16="http://schemas.microsoft.com/office/drawing/2014/main" id="{44426772-B3CC-1E3C-DE63-F328F0C26325}"/>
                </a:ext>
              </a:extLst>
            </p:cNvPr>
            <p:cNvSpPr/>
            <p:nvPr/>
          </p:nvSpPr>
          <p:spPr>
            <a:xfrm>
              <a:off x="5452716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584;p53">
              <a:extLst>
                <a:ext uri="{FF2B5EF4-FFF2-40B4-BE49-F238E27FC236}">
                  <a16:creationId xmlns:a16="http://schemas.microsoft.com/office/drawing/2014/main" id="{1DCFC5DC-256D-2D7F-04FC-4FDB3A6E65AE}"/>
                </a:ext>
              </a:extLst>
            </p:cNvPr>
            <p:cNvSpPr/>
            <p:nvPr/>
          </p:nvSpPr>
          <p:spPr>
            <a:xfrm>
              <a:off x="5398193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585;p53">
              <a:extLst>
                <a:ext uri="{FF2B5EF4-FFF2-40B4-BE49-F238E27FC236}">
                  <a16:creationId xmlns:a16="http://schemas.microsoft.com/office/drawing/2014/main" id="{98D7BA60-107F-B7FF-CE8F-E7508D8754DC}"/>
                </a:ext>
              </a:extLst>
            </p:cNvPr>
            <p:cNvSpPr/>
            <p:nvPr/>
          </p:nvSpPr>
          <p:spPr>
            <a:xfrm>
              <a:off x="507028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586;p53">
              <a:extLst>
                <a:ext uri="{FF2B5EF4-FFF2-40B4-BE49-F238E27FC236}">
                  <a16:creationId xmlns:a16="http://schemas.microsoft.com/office/drawing/2014/main" id="{24CB60EB-909E-7789-7647-6FE240E1A9FF}"/>
                </a:ext>
              </a:extLst>
            </p:cNvPr>
            <p:cNvSpPr/>
            <p:nvPr/>
          </p:nvSpPr>
          <p:spPr>
            <a:xfrm>
              <a:off x="507028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587;p53">
              <a:extLst>
                <a:ext uri="{FF2B5EF4-FFF2-40B4-BE49-F238E27FC236}">
                  <a16:creationId xmlns:a16="http://schemas.microsoft.com/office/drawing/2014/main" id="{EBFCC907-E821-A114-AFE6-20EED08EBE11}"/>
                </a:ext>
              </a:extLst>
            </p:cNvPr>
            <p:cNvSpPr/>
            <p:nvPr/>
          </p:nvSpPr>
          <p:spPr>
            <a:xfrm>
              <a:off x="512495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588;p53">
              <a:extLst>
                <a:ext uri="{FF2B5EF4-FFF2-40B4-BE49-F238E27FC236}">
                  <a16:creationId xmlns:a16="http://schemas.microsoft.com/office/drawing/2014/main" id="{E0158E01-9046-B9B8-1215-734CAF1BEC48}"/>
                </a:ext>
              </a:extLst>
            </p:cNvPr>
            <p:cNvSpPr/>
            <p:nvPr/>
          </p:nvSpPr>
          <p:spPr>
            <a:xfrm>
              <a:off x="512495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589;p53">
              <a:extLst>
                <a:ext uri="{FF2B5EF4-FFF2-40B4-BE49-F238E27FC236}">
                  <a16:creationId xmlns:a16="http://schemas.microsoft.com/office/drawing/2014/main" id="{6CB3A173-A752-BD3F-623C-3239059F82F4}"/>
                </a:ext>
              </a:extLst>
            </p:cNvPr>
            <p:cNvSpPr/>
            <p:nvPr/>
          </p:nvSpPr>
          <p:spPr>
            <a:xfrm>
              <a:off x="512495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590;p53">
              <a:extLst>
                <a:ext uri="{FF2B5EF4-FFF2-40B4-BE49-F238E27FC236}">
                  <a16:creationId xmlns:a16="http://schemas.microsoft.com/office/drawing/2014/main" id="{C6C578DF-D5C1-2A8E-5D65-9C22E7B59890}"/>
                </a:ext>
              </a:extLst>
            </p:cNvPr>
            <p:cNvSpPr/>
            <p:nvPr/>
          </p:nvSpPr>
          <p:spPr>
            <a:xfrm>
              <a:off x="512495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591;p53">
              <a:extLst>
                <a:ext uri="{FF2B5EF4-FFF2-40B4-BE49-F238E27FC236}">
                  <a16:creationId xmlns:a16="http://schemas.microsoft.com/office/drawing/2014/main" id="{531217B9-B22A-0853-B647-32405762960B}"/>
                </a:ext>
              </a:extLst>
            </p:cNvPr>
            <p:cNvSpPr/>
            <p:nvPr/>
          </p:nvSpPr>
          <p:spPr>
            <a:xfrm>
              <a:off x="512495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592;p53">
              <a:extLst>
                <a:ext uri="{FF2B5EF4-FFF2-40B4-BE49-F238E27FC236}">
                  <a16:creationId xmlns:a16="http://schemas.microsoft.com/office/drawing/2014/main" id="{6A392E7C-A193-6F3F-3BCF-DF1BE3D41B3A}"/>
                </a:ext>
              </a:extLst>
            </p:cNvPr>
            <p:cNvSpPr/>
            <p:nvPr/>
          </p:nvSpPr>
          <p:spPr>
            <a:xfrm>
              <a:off x="512495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593;p53">
              <a:extLst>
                <a:ext uri="{FF2B5EF4-FFF2-40B4-BE49-F238E27FC236}">
                  <a16:creationId xmlns:a16="http://schemas.microsoft.com/office/drawing/2014/main" id="{19BD369B-BD28-0246-3217-4A5D5A4E1433}"/>
                </a:ext>
              </a:extLst>
            </p:cNvPr>
            <p:cNvSpPr/>
            <p:nvPr/>
          </p:nvSpPr>
          <p:spPr>
            <a:xfrm>
              <a:off x="512495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594;p53">
              <a:extLst>
                <a:ext uri="{FF2B5EF4-FFF2-40B4-BE49-F238E27FC236}">
                  <a16:creationId xmlns:a16="http://schemas.microsoft.com/office/drawing/2014/main" id="{1ACFA124-0B06-572F-1E7E-ED273C0F28FE}"/>
                </a:ext>
              </a:extLst>
            </p:cNvPr>
            <p:cNvSpPr/>
            <p:nvPr/>
          </p:nvSpPr>
          <p:spPr>
            <a:xfrm>
              <a:off x="512495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595;p53">
              <a:extLst>
                <a:ext uri="{FF2B5EF4-FFF2-40B4-BE49-F238E27FC236}">
                  <a16:creationId xmlns:a16="http://schemas.microsoft.com/office/drawing/2014/main" id="{1987A3CE-C5EA-DA42-4D56-765219F19462}"/>
                </a:ext>
              </a:extLst>
            </p:cNvPr>
            <p:cNvSpPr/>
            <p:nvPr/>
          </p:nvSpPr>
          <p:spPr>
            <a:xfrm>
              <a:off x="512495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596;p53">
              <a:extLst>
                <a:ext uri="{FF2B5EF4-FFF2-40B4-BE49-F238E27FC236}">
                  <a16:creationId xmlns:a16="http://schemas.microsoft.com/office/drawing/2014/main" id="{0D4B9E05-D580-F98E-2E9E-37A485A95151}"/>
                </a:ext>
              </a:extLst>
            </p:cNvPr>
            <p:cNvSpPr/>
            <p:nvPr/>
          </p:nvSpPr>
          <p:spPr>
            <a:xfrm>
              <a:off x="5179494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597;p53">
              <a:extLst>
                <a:ext uri="{FF2B5EF4-FFF2-40B4-BE49-F238E27FC236}">
                  <a16:creationId xmlns:a16="http://schemas.microsoft.com/office/drawing/2014/main" id="{F06316BB-7B73-E7A3-C880-169471B7D1FE}"/>
                </a:ext>
              </a:extLst>
            </p:cNvPr>
            <p:cNvSpPr/>
            <p:nvPr/>
          </p:nvSpPr>
          <p:spPr>
            <a:xfrm>
              <a:off x="5179494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598;p53">
              <a:extLst>
                <a:ext uri="{FF2B5EF4-FFF2-40B4-BE49-F238E27FC236}">
                  <a16:creationId xmlns:a16="http://schemas.microsoft.com/office/drawing/2014/main" id="{22D455F4-5AF8-47C9-CBE2-5B7FB4456940}"/>
                </a:ext>
              </a:extLst>
            </p:cNvPr>
            <p:cNvSpPr/>
            <p:nvPr/>
          </p:nvSpPr>
          <p:spPr>
            <a:xfrm>
              <a:off x="5179494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599;p53">
              <a:extLst>
                <a:ext uri="{FF2B5EF4-FFF2-40B4-BE49-F238E27FC236}">
                  <a16:creationId xmlns:a16="http://schemas.microsoft.com/office/drawing/2014/main" id="{BE2BA580-BADB-EC06-0CA7-9D6FF7A6D488}"/>
                </a:ext>
              </a:extLst>
            </p:cNvPr>
            <p:cNvSpPr/>
            <p:nvPr/>
          </p:nvSpPr>
          <p:spPr>
            <a:xfrm>
              <a:off x="5179494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600;p53">
              <a:extLst>
                <a:ext uri="{FF2B5EF4-FFF2-40B4-BE49-F238E27FC236}">
                  <a16:creationId xmlns:a16="http://schemas.microsoft.com/office/drawing/2014/main" id="{6D50C30A-037E-A728-3602-BC7116B654B6}"/>
                </a:ext>
              </a:extLst>
            </p:cNvPr>
            <p:cNvSpPr/>
            <p:nvPr/>
          </p:nvSpPr>
          <p:spPr>
            <a:xfrm>
              <a:off x="5179494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601;p53">
              <a:extLst>
                <a:ext uri="{FF2B5EF4-FFF2-40B4-BE49-F238E27FC236}">
                  <a16:creationId xmlns:a16="http://schemas.microsoft.com/office/drawing/2014/main" id="{14D89BC7-AD77-7C91-1651-7CA03DCF4350}"/>
                </a:ext>
              </a:extLst>
            </p:cNvPr>
            <p:cNvSpPr/>
            <p:nvPr/>
          </p:nvSpPr>
          <p:spPr>
            <a:xfrm>
              <a:off x="5179494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602;p53">
              <a:extLst>
                <a:ext uri="{FF2B5EF4-FFF2-40B4-BE49-F238E27FC236}">
                  <a16:creationId xmlns:a16="http://schemas.microsoft.com/office/drawing/2014/main" id="{7B538A66-BAA6-56D9-45BF-55FA9BFB89F6}"/>
                </a:ext>
              </a:extLst>
            </p:cNvPr>
            <p:cNvSpPr/>
            <p:nvPr/>
          </p:nvSpPr>
          <p:spPr>
            <a:xfrm>
              <a:off x="5179494" y="227159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603;p53">
              <a:extLst>
                <a:ext uri="{FF2B5EF4-FFF2-40B4-BE49-F238E27FC236}">
                  <a16:creationId xmlns:a16="http://schemas.microsoft.com/office/drawing/2014/main" id="{E2A50D75-B609-39F4-6227-2E3229B466D8}"/>
                </a:ext>
              </a:extLst>
            </p:cNvPr>
            <p:cNvSpPr/>
            <p:nvPr/>
          </p:nvSpPr>
          <p:spPr>
            <a:xfrm>
              <a:off x="5179494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604;p53">
              <a:extLst>
                <a:ext uri="{FF2B5EF4-FFF2-40B4-BE49-F238E27FC236}">
                  <a16:creationId xmlns:a16="http://schemas.microsoft.com/office/drawing/2014/main" id="{76931513-5877-D752-B32F-78DF16D14867}"/>
                </a:ext>
              </a:extLst>
            </p:cNvPr>
            <p:cNvSpPr/>
            <p:nvPr/>
          </p:nvSpPr>
          <p:spPr>
            <a:xfrm>
              <a:off x="5234160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605;p53">
              <a:extLst>
                <a:ext uri="{FF2B5EF4-FFF2-40B4-BE49-F238E27FC236}">
                  <a16:creationId xmlns:a16="http://schemas.microsoft.com/office/drawing/2014/main" id="{0375A7FF-5F0C-05AC-2694-AF2062E382F5}"/>
                </a:ext>
              </a:extLst>
            </p:cNvPr>
            <p:cNvSpPr/>
            <p:nvPr/>
          </p:nvSpPr>
          <p:spPr>
            <a:xfrm>
              <a:off x="5234160" y="1998371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606;p53">
              <a:extLst>
                <a:ext uri="{FF2B5EF4-FFF2-40B4-BE49-F238E27FC236}">
                  <a16:creationId xmlns:a16="http://schemas.microsoft.com/office/drawing/2014/main" id="{2305295C-76F0-13EB-5EEF-3FA733A0CBAB}"/>
                </a:ext>
              </a:extLst>
            </p:cNvPr>
            <p:cNvSpPr/>
            <p:nvPr/>
          </p:nvSpPr>
          <p:spPr>
            <a:xfrm>
              <a:off x="5234160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607;p53">
              <a:extLst>
                <a:ext uri="{FF2B5EF4-FFF2-40B4-BE49-F238E27FC236}">
                  <a16:creationId xmlns:a16="http://schemas.microsoft.com/office/drawing/2014/main" id="{C679FFB8-E33C-38EF-9BC6-622D2C92B9D9}"/>
                </a:ext>
              </a:extLst>
            </p:cNvPr>
            <p:cNvSpPr/>
            <p:nvPr/>
          </p:nvSpPr>
          <p:spPr>
            <a:xfrm>
              <a:off x="5234160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608;p53">
              <a:extLst>
                <a:ext uri="{FF2B5EF4-FFF2-40B4-BE49-F238E27FC236}">
                  <a16:creationId xmlns:a16="http://schemas.microsoft.com/office/drawing/2014/main" id="{F4E1A3BB-29E2-0888-48DD-9A11185FED69}"/>
                </a:ext>
              </a:extLst>
            </p:cNvPr>
            <p:cNvSpPr/>
            <p:nvPr/>
          </p:nvSpPr>
          <p:spPr>
            <a:xfrm>
              <a:off x="5234160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609;p53">
              <a:extLst>
                <a:ext uri="{FF2B5EF4-FFF2-40B4-BE49-F238E27FC236}">
                  <a16:creationId xmlns:a16="http://schemas.microsoft.com/office/drawing/2014/main" id="{CA68654A-264E-F57F-96A0-324B4D806FBD}"/>
                </a:ext>
              </a:extLst>
            </p:cNvPr>
            <p:cNvSpPr/>
            <p:nvPr/>
          </p:nvSpPr>
          <p:spPr>
            <a:xfrm>
              <a:off x="5234160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610;p53">
              <a:extLst>
                <a:ext uri="{FF2B5EF4-FFF2-40B4-BE49-F238E27FC236}">
                  <a16:creationId xmlns:a16="http://schemas.microsoft.com/office/drawing/2014/main" id="{880163DE-C414-188C-34BF-853CD654507F}"/>
                </a:ext>
              </a:extLst>
            </p:cNvPr>
            <p:cNvSpPr/>
            <p:nvPr/>
          </p:nvSpPr>
          <p:spPr>
            <a:xfrm>
              <a:off x="5234160" y="2271592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611;p53">
              <a:extLst>
                <a:ext uri="{FF2B5EF4-FFF2-40B4-BE49-F238E27FC236}">
                  <a16:creationId xmlns:a16="http://schemas.microsoft.com/office/drawing/2014/main" id="{2A88546E-60BF-B298-5106-D001DC883823}"/>
                </a:ext>
              </a:extLst>
            </p:cNvPr>
            <p:cNvSpPr/>
            <p:nvPr/>
          </p:nvSpPr>
          <p:spPr>
            <a:xfrm>
              <a:off x="5234160" y="2326115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612;p53">
              <a:extLst>
                <a:ext uri="{FF2B5EF4-FFF2-40B4-BE49-F238E27FC236}">
                  <a16:creationId xmlns:a16="http://schemas.microsoft.com/office/drawing/2014/main" id="{428CB583-A959-25D5-9487-D9429CA9DECD}"/>
                </a:ext>
              </a:extLst>
            </p:cNvPr>
            <p:cNvSpPr/>
            <p:nvPr/>
          </p:nvSpPr>
          <p:spPr>
            <a:xfrm>
              <a:off x="528884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613;p53">
              <a:extLst>
                <a:ext uri="{FF2B5EF4-FFF2-40B4-BE49-F238E27FC236}">
                  <a16:creationId xmlns:a16="http://schemas.microsoft.com/office/drawing/2014/main" id="{2C121B88-1A11-E6C8-D770-26E9383AA8CB}"/>
                </a:ext>
              </a:extLst>
            </p:cNvPr>
            <p:cNvSpPr/>
            <p:nvPr/>
          </p:nvSpPr>
          <p:spPr>
            <a:xfrm>
              <a:off x="528884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614;p53">
              <a:extLst>
                <a:ext uri="{FF2B5EF4-FFF2-40B4-BE49-F238E27FC236}">
                  <a16:creationId xmlns:a16="http://schemas.microsoft.com/office/drawing/2014/main" id="{9931BAA5-3489-24D6-4943-1D6EF41CD5FE}"/>
                </a:ext>
              </a:extLst>
            </p:cNvPr>
            <p:cNvSpPr/>
            <p:nvPr/>
          </p:nvSpPr>
          <p:spPr>
            <a:xfrm>
              <a:off x="5288844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615;p53">
              <a:extLst>
                <a:ext uri="{FF2B5EF4-FFF2-40B4-BE49-F238E27FC236}">
                  <a16:creationId xmlns:a16="http://schemas.microsoft.com/office/drawing/2014/main" id="{38F3EB44-9395-2256-3CF9-D97AB385D4EA}"/>
                </a:ext>
              </a:extLst>
            </p:cNvPr>
            <p:cNvSpPr/>
            <p:nvPr/>
          </p:nvSpPr>
          <p:spPr>
            <a:xfrm>
              <a:off x="5343527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616;p53">
              <a:extLst>
                <a:ext uri="{FF2B5EF4-FFF2-40B4-BE49-F238E27FC236}">
                  <a16:creationId xmlns:a16="http://schemas.microsoft.com/office/drawing/2014/main" id="{027E4257-8D28-A736-60FC-9693A8EE2CDD}"/>
                </a:ext>
              </a:extLst>
            </p:cNvPr>
            <p:cNvSpPr/>
            <p:nvPr/>
          </p:nvSpPr>
          <p:spPr>
            <a:xfrm>
              <a:off x="5343527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617;p53">
              <a:extLst>
                <a:ext uri="{FF2B5EF4-FFF2-40B4-BE49-F238E27FC236}">
                  <a16:creationId xmlns:a16="http://schemas.microsoft.com/office/drawing/2014/main" id="{5A46830F-3ABA-7AC8-7908-007C03EBFC6A}"/>
                </a:ext>
              </a:extLst>
            </p:cNvPr>
            <p:cNvSpPr/>
            <p:nvPr/>
          </p:nvSpPr>
          <p:spPr>
            <a:xfrm>
              <a:off x="5343527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618;p53">
              <a:extLst>
                <a:ext uri="{FF2B5EF4-FFF2-40B4-BE49-F238E27FC236}">
                  <a16:creationId xmlns:a16="http://schemas.microsoft.com/office/drawing/2014/main" id="{7CC97FA7-6A80-E418-939B-C32E673AD5D9}"/>
                </a:ext>
              </a:extLst>
            </p:cNvPr>
            <p:cNvSpPr/>
            <p:nvPr/>
          </p:nvSpPr>
          <p:spPr>
            <a:xfrm>
              <a:off x="5343527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619;p53">
              <a:extLst>
                <a:ext uri="{FF2B5EF4-FFF2-40B4-BE49-F238E27FC236}">
                  <a16:creationId xmlns:a16="http://schemas.microsoft.com/office/drawing/2014/main" id="{BFAD4347-F407-E4DF-8B8B-F17559E57E60}"/>
                </a:ext>
              </a:extLst>
            </p:cNvPr>
            <p:cNvSpPr/>
            <p:nvPr/>
          </p:nvSpPr>
          <p:spPr>
            <a:xfrm>
              <a:off x="5288844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620;p53">
              <a:extLst>
                <a:ext uri="{FF2B5EF4-FFF2-40B4-BE49-F238E27FC236}">
                  <a16:creationId xmlns:a16="http://schemas.microsoft.com/office/drawing/2014/main" id="{C8511A34-0EAA-3395-8868-985CFBFF2A67}"/>
                </a:ext>
              </a:extLst>
            </p:cNvPr>
            <p:cNvSpPr/>
            <p:nvPr/>
          </p:nvSpPr>
          <p:spPr>
            <a:xfrm>
              <a:off x="5288844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621;p53">
              <a:extLst>
                <a:ext uri="{FF2B5EF4-FFF2-40B4-BE49-F238E27FC236}">
                  <a16:creationId xmlns:a16="http://schemas.microsoft.com/office/drawing/2014/main" id="{38F252EF-9509-9549-4F28-DE8FE7A77327}"/>
                </a:ext>
              </a:extLst>
            </p:cNvPr>
            <p:cNvSpPr/>
            <p:nvPr/>
          </p:nvSpPr>
          <p:spPr>
            <a:xfrm>
              <a:off x="5288844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622;p53">
              <a:extLst>
                <a:ext uri="{FF2B5EF4-FFF2-40B4-BE49-F238E27FC236}">
                  <a16:creationId xmlns:a16="http://schemas.microsoft.com/office/drawing/2014/main" id="{93683126-6B23-DB6C-A8B8-CF5304A9345B}"/>
                </a:ext>
              </a:extLst>
            </p:cNvPr>
            <p:cNvSpPr/>
            <p:nvPr/>
          </p:nvSpPr>
          <p:spPr>
            <a:xfrm>
              <a:off x="5288844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623;p53">
              <a:extLst>
                <a:ext uri="{FF2B5EF4-FFF2-40B4-BE49-F238E27FC236}">
                  <a16:creationId xmlns:a16="http://schemas.microsoft.com/office/drawing/2014/main" id="{F86A1892-4434-E285-E4AE-2A858C443530}"/>
                </a:ext>
              </a:extLst>
            </p:cNvPr>
            <p:cNvSpPr/>
            <p:nvPr/>
          </p:nvSpPr>
          <p:spPr>
            <a:xfrm>
              <a:off x="5288844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624;p53">
              <a:extLst>
                <a:ext uri="{FF2B5EF4-FFF2-40B4-BE49-F238E27FC236}">
                  <a16:creationId xmlns:a16="http://schemas.microsoft.com/office/drawing/2014/main" id="{C6C4B7CB-44AC-A0C7-6039-1C042D6E9C75}"/>
                </a:ext>
              </a:extLst>
            </p:cNvPr>
            <p:cNvSpPr/>
            <p:nvPr/>
          </p:nvSpPr>
          <p:spPr>
            <a:xfrm>
              <a:off x="5288844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625;p53">
              <a:extLst>
                <a:ext uri="{FF2B5EF4-FFF2-40B4-BE49-F238E27FC236}">
                  <a16:creationId xmlns:a16="http://schemas.microsoft.com/office/drawing/2014/main" id="{AD431C8D-6CA4-9947-E7FC-9601F924E5BD}"/>
                </a:ext>
              </a:extLst>
            </p:cNvPr>
            <p:cNvSpPr/>
            <p:nvPr/>
          </p:nvSpPr>
          <p:spPr>
            <a:xfrm>
              <a:off x="5234160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626;p53">
              <a:extLst>
                <a:ext uri="{FF2B5EF4-FFF2-40B4-BE49-F238E27FC236}">
                  <a16:creationId xmlns:a16="http://schemas.microsoft.com/office/drawing/2014/main" id="{F0B98CC0-7BA8-BA50-019F-AECD4AEEE5E8}"/>
                </a:ext>
              </a:extLst>
            </p:cNvPr>
            <p:cNvSpPr/>
            <p:nvPr/>
          </p:nvSpPr>
          <p:spPr>
            <a:xfrm>
              <a:off x="5179494" y="238079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627;p53">
              <a:extLst>
                <a:ext uri="{FF2B5EF4-FFF2-40B4-BE49-F238E27FC236}">
                  <a16:creationId xmlns:a16="http://schemas.microsoft.com/office/drawing/2014/main" id="{891E7261-BC7C-3F23-C438-E61ABDB814F5}"/>
                </a:ext>
              </a:extLst>
            </p:cNvPr>
            <p:cNvSpPr/>
            <p:nvPr/>
          </p:nvSpPr>
          <p:spPr>
            <a:xfrm>
              <a:off x="5179494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628;p53">
              <a:extLst>
                <a:ext uri="{FF2B5EF4-FFF2-40B4-BE49-F238E27FC236}">
                  <a16:creationId xmlns:a16="http://schemas.microsoft.com/office/drawing/2014/main" id="{1E3DFFBB-C125-7903-2694-16FED2A1F633}"/>
                </a:ext>
              </a:extLst>
            </p:cNvPr>
            <p:cNvSpPr/>
            <p:nvPr/>
          </p:nvSpPr>
          <p:spPr>
            <a:xfrm>
              <a:off x="512495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629;p53">
              <a:extLst>
                <a:ext uri="{FF2B5EF4-FFF2-40B4-BE49-F238E27FC236}">
                  <a16:creationId xmlns:a16="http://schemas.microsoft.com/office/drawing/2014/main" id="{298A9F8A-2D90-8588-6CA3-AD34E91D1E3F}"/>
                </a:ext>
              </a:extLst>
            </p:cNvPr>
            <p:cNvSpPr/>
            <p:nvPr/>
          </p:nvSpPr>
          <p:spPr>
            <a:xfrm>
              <a:off x="479704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630;p53">
              <a:extLst>
                <a:ext uri="{FF2B5EF4-FFF2-40B4-BE49-F238E27FC236}">
                  <a16:creationId xmlns:a16="http://schemas.microsoft.com/office/drawing/2014/main" id="{6C4A3958-CC71-CDD9-A937-1BBB3CE55974}"/>
                </a:ext>
              </a:extLst>
            </p:cNvPr>
            <p:cNvSpPr/>
            <p:nvPr/>
          </p:nvSpPr>
          <p:spPr>
            <a:xfrm>
              <a:off x="479704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631;p53">
              <a:extLst>
                <a:ext uri="{FF2B5EF4-FFF2-40B4-BE49-F238E27FC236}">
                  <a16:creationId xmlns:a16="http://schemas.microsoft.com/office/drawing/2014/main" id="{174198E8-CAC1-BBB5-3299-316F4311BC3E}"/>
                </a:ext>
              </a:extLst>
            </p:cNvPr>
            <p:cNvSpPr/>
            <p:nvPr/>
          </p:nvSpPr>
          <p:spPr>
            <a:xfrm>
              <a:off x="479704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632;p53">
              <a:extLst>
                <a:ext uri="{FF2B5EF4-FFF2-40B4-BE49-F238E27FC236}">
                  <a16:creationId xmlns:a16="http://schemas.microsoft.com/office/drawing/2014/main" id="{2C81FBC5-117E-A999-3116-2591E2C2FF7E}"/>
                </a:ext>
              </a:extLst>
            </p:cNvPr>
            <p:cNvSpPr/>
            <p:nvPr/>
          </p:nvSpPr>
          <p:spPr>
            <a:xfrm>
              <a:off x="4797048" y="2271592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633;p53">
              <a:extLst>
                <a:ext uri="{FF2B5EF4-FFF2-40B4-BE49-F238E27FC236}">
                  <a16:creationId xmlns:a16="http://schemas.microsoft.com/office/drawing/2014/main" id="{F6DE7162-5D00-8215-74A0-EE8A114D5F06}"/>
                </a:ext>
              </a:extLst>
            </p:cNvPr>
            <p:cNvSpPr/>
            <p:nvPr/>
          </p:nvSpPr>
          <p:spPr>
            <a:xfrm>
              <a:off x="479704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634;p53">
              <a:extLst>
                <a:ext uri="{FF2B5EF4-FFF2-40B4-BE49-F238E27FC236}">
                  <a16:creationId xmlns:a16="http://schemas.microsoft.com/office/drawing/2014/main" id="{A0B732CA-6703-5555-3B2C-73878A7FCD37}"/>
                </a:ext>
              </a:extLst>
            </p:cNvPr>
            <p:cNvSpPr/>
            <p:nvPr/>
          </p:nvSpPr>
          <p:spPr>
            <a:xfrm>
              <a:off x="479704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635;p53">
              <a:extLst>
                <a:ext uri="{FF2B5EF4-FFF2-40B4-BE49-F238E27FC236}">
                  <a16:creationId xmlns:a16="http://schemas.microsoft.com/office/drawing/2014/main" id="{B9D42DCA-6D73-1C96-9BB3-0D84E9B981F6}"/>
                </a:ext>
              </a:extLst>
            </p:cNvPr>
            <p:cNvSpPr/>
            <p:nvPr/>
          </p:nvSpPr>
          <p:spPr>
            <a:xfrm>
              <a:off x="479704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636;p53">
              <a:extLst>
                <a:ext uri="{FF2B5EF4-FFF2-40B4-BE49-F238E27FC236}">
                  <a16:creationId xmlns:a16="http://schemas.microsoft.com/office/drawing/2014/main" id="{94603FB7-5CB8-7314-06A2-DB33436A5C00}"/>
                </a:ext>
              </a:extLst>
            </p:cNvPr>
            <p:cNvSpPr/>
            <p:nvPr/>
          </p:nvSpPr>
          <p:spPr>
            <a:xfrm>
              <a:off x="479704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637;p53">
              <a:extLst>
                <a:ext uri="{FF2B5EF4-FFF2-40B4-BE49-F238E27FC236}">
                  <a16:creationId xmlns:a16="http://schemas.microsoft.com/office/drawing/2014/main" id="{28B66BB1-F628-10F6-7C37-592B6881115C}"/>
                </a:ext>
              </a:extLst>
            </p:cNvPr>
            <p:cNvSpPr/>
            <p:nvPr/>
          </p:nvSpPr>
          <p:spPr>
            <a:xfrm>
              <a:off x="479704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638;p53">
              <a:extLst>
                <a:ext uri="{FF2B5EF4-FFF2-40B4-BE49-F238E27FC236}">
                  <a16:creationId xmlns:a16="http://schemas.microsoft.com/office/drawing/2014/main" id="{25BE0DB0-715E-07C6-37E2-351EC026A0ED}"/>
                </a:ext>
              </a:extLst>
            </p:cNvPr>
            <p:cNvSpPr/>
            <p:nvPr/>
          </p:nvSpPr>
          <p:spPr>
            <a:xfrm>
              <a:off x="479704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639;p53">
              <a:extLst>
                <a:ext uri="{FF2B5EF4-FFF2-40B4-BE49-F238E27FC236}">
                  <a16:creationId xmlns:a16="http://schemas.microsoft.com/office/drawing/2014/main" id="{3EE25B51-2102-6B9F-5698-7ECA01AFD54A}"/>
                </a:ext>
              </a:extLst>
            </p:cNvPr>
            <p:cNvSpPr/>
            <p:nvPr/>
          </p:nvSpPr>
          <p:spPr>
            <a:xfrm>
              <a:off x="479704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640;p53">
              <a:extLst>
                <a:ext uri="{FF2B5EF4-FFF2-40B4-BE49-F238E27FC236}">
                  <a16:creationId xmlns:a16="http://schemas.microsoft.com/office/drawing/2014/main" id="{59D437EC-F511-AE98-25FF-D0CB6A4C6C26}"/>
                </a:ext>
              </a:extLst>
            </p:cNvPr>
            <p:cNvSpPr/>
            <p:nvPr/>
          </p:nvSpPr>
          <p:spPr>
            <a:xfrm>
              <a:off x="479704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641;p53">
              <a:extLst>
                <a:ext uri="{FF2B5EF4-FFF2-40B4-BE49-F238E27FC236}">
                  <a16:creationId xmlns:a16="http://schemas.microsoft.com/office/drawing/2014/main" id="{DD4F1CC0-B14C-B9D1-733C-DA32029DCF22}"/>
                </a:ext>
              </a:extLst>
            </p:cNvPr>
            <p:cNvSpPr/>
            <p:nvPr/>
          </p:nvSpPr>
          <p:spPr>
            <a:xfrm>
              <a:off x="479704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642;p53">
              <a:extLst>
                <a:ext uri="{FF2B5EF4-FFF2-40B4-BE49-F238E27FC236}">
                  <a16:creationId xmlns:a16="http://schemas.microsoft.com/office/drawing/2014/main" id="{9468E586-CDEC-5A81-C268-1BB3F029C946}"/>
                </a:ext>
              </a:extLst>
            </p:cNvPr>
            <p:cNvSpPr/>
            <p:nvPr/>
          </p:nvSpPr>
          <p:spPr>
            <a:xfrm>
              <a:off x="479704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643;p53">
              <a:extLst>
                <a:ext uri="{FF2B5EF4-FFF2-40B4-BE49-F238E27FC236}">
                  <a16:creationId xmlns:a16="http://schemas.microsoft.com/office/drawing/2014/main" id="{904ADC20-4CCA-92AB-FA45-9ED27CDC1521}"/>
                </a:ext>
              </a:extLst>
            </p:cNvPr>
            <p:cNvSpPr/>
            <p:nvPr/>
          </p:nvSpPr>
          <p:spPr>
            <a:xfrm>
              <a:off x="479704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644;p53">
              <a:extLst>
                <a:ext uri="{FF2B5EF4-FFF2-40B4-BE49-F238E27FC236}">
                  <a16:creationId xmlns:a16="http://schemas.microsoft.com/office/drawing/2014/main" id="{FBFBBBDB-E886-9D5D-5FEC-79611E6F37FC}"/>
                </a:ext>
              </a:extLst>
            </p:cNvPr>
            <p:cNvSpPr/>
            <p:nvPr/>
          </p:nvSpPr>
          <p:spPr>
            <a:xfrm>
              <a:off x="48517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645;p53">
              <a:extLst>
                <a:ext uri="{FF2B5EF4-FFF2-40B4-BE49-F238E27FC236}">
                  <a16:creationId xmlns:a16="http://schemas.microsoft.com/office/drawing/2014/main" id="{AB76553B-8AC1-1EA2-11F9-C898B659F42B}"/>
                </a:ext>
              </a:extLst>
            </p:cNvPr>
            <p:cNvSpPr/>
            <p:nvPr/>
          </p:nvSpPr>
          <p:spPr>
            <a:xfrm>
              <a:off x="4851732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646;p53">
              <a:extLst>
                <a:ext uri="{FF2B5EF4-FFF2-40B4-BE49-F238E27FC236}">
                  <a16:creationId xmlns:a16="http://schemas.microsoft.com/office/drawing/2014/main" id="{A69EE57F-4CA7-2622-819F-A1DC86AD5CA3}"/>
                </a:ext>
              </a:extLst>
            </p:cNvPr>
            <p:cNvSpPr/>
            <p:nvPr/>
          </p:nvSpPr>
          <p:spPr>
            <a:xfrm>
              <a:off x="4851732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647;p53">
              <a:extLst>
                <a:ext uri="{FF2B5EF4-FFF2-40B4-BE49-F238E27FC236}">
                  <a16:creationId xmlns:a16="http://schemas.microsoft.com/office/drawing/2014/main" id="{4DD23047-F3B1-DE1A-FC97-5349E9E3AC52}"/>
                </a:ext>
              </a:extLst>
            </p:cNvPr>
            <p:cNvSpPr/>
            <p:nvPr/>
          </p:nvSpPr>
          <p:spPr>
            <a:xfrm>
              <a:off x="4851732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648;p53">
              <a:extLst>
                <a:ext uri="{FF2B5EF4-FFF2-40B4-BE49-F238E27FC236}">
                  <a16:creationId xmlns:a16="http://schemas.microsoft.com/office/drawing/2014/main" id="{C35375D8-F8EF-F83C-186C-D0A04AF0EF97}"/>
                </a:ext>
              </a:extLst>
            </p:cNvPr>
            <p:cNvSpPr/>
            <p:nvPr/>
          </p:nvSpPr>
          <p:spPr>
            <a:xfrm>
              <a:off x="4851732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649;p53">
              <a:extLst>
                <a:ext uri="{FF2B5EF4-FFF2-40B4-BE49-F238E27FC236}">
                  <a16:creationId xmlns:a16="http://schemas.microsoft.com/office/drawing/2014/main" id="{0E17A120-68FA-2469-1FCD-9D56FBB0ECB5}"/>
                </a:ext>
              </a:extLst>
            </p:cNvPr>
            <p:cNvSpPr/>
            <p:nvPr/>
          </p:nvSpPr>
          <p:spPr>
            <a:xfrm>
              <a:off x="4851732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650;p53">
              <a:extLst>
                <a:ext uri="{FF2B5EF4-FFF2-40B4-BE49-F238E27FC236}">
                  <a16:creationId xmlns:a16="http://schemas.microsoft.com/office/drawing/2014/main" id="{55BAB02D-BA1C-6E64-332F-1A772E429E1D}"/>
                </a:ext>
              </a:extLst>
            </p:cNvPr>
            <p:cNvSpPr/>
            <p:nvPr/>
          </p:nvSpPr>
          <p:spPr>
            <a:xfrm>
              <a:off x="4851732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651;p53">
              <a:extLst>
                <a:ext uri="{FF2B5EF4-FFF2-40B4-BE49-F238E27FC236}">
                  <a16:creationId xmlns:a16="http://schemas.microsoft.com/office/drawing/2014/main" id="{E41EA9EA-E3C9-98ED-414B-146D5E851D6F}"/>
                </a:ext>
              </a:extLst>
            </p:cNvPr>
            <p:cNvSpPr/>
            <p:nvPr/>
          </p:nvSpPr>
          <p:spPr>
            <a:xfrm>
              <a:off x="4851732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652;p53">
              <a:extLst>
                <a:ext uri="{FF2B5EF4-FFF2-40B4-BE49-F238E27FC236}">
                  <a16:creationId xmlns:a16="http://schemas.microsoft.com/office/drawing/2014/main" id="{02AEBBB3-9041-0635-BA3D-5AAEB85113A5}"/>
                </a:ext>
              </a:extLst>
            </p:cNvPr>
            <p:cNvSpPr/>
            <p:nvPr/>
          </p:nvSpPr>
          <p:spPr>
            <a:xfrm>
              <a:off x="4851732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653;p53">
              <a:extLst>
                <a:ext uri="{FF2B5EF4-FFF2-40B4-BE49-F238E27FC236}">
                  <a16:creationId xmlns:a16="http://schemas.microsoft.com/office/drawing/2014/main" id="{2CBB9DCB-9D65-E416-E682-51F06775F8A7}"/>
                </a:ext>
              </a:extLst>
            </p:cNvPr>
            <p:cNvSpPr/>
            <p:nvPr/>
          </p:nvSpPr>
          <p:spPr>
            <a:xfrm>
              <a:off x="4851732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654;p53">
              <a:extLst>
                <a:ext uri="{FF2B5EF4-FFF2-40B4-BE49-F238E27FC236}">
                  <a16:creationId xmlns:a16="http://schemas.microsoft.com/office/drawing/2014/main" id="{2F657557-48A6-BF82-488D-E8ED7182D0B1}"/>
                </a:ext>
              </a:extLst>
            </p:cNvPr>
            <p:cNvSpPr/>
            <p:nvPr/>
          </p:nvSpPr>
          <p:spPr>
            <a:xfrm>
              <a:off x="4851732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655;p53">
              <a:extLst>
                <a:ext uri="{FF2B5EF4-FFF2-40B4-BE49-F238E27FC236}">
                  <a16:creationId xmlns:a16="http://schemas.microsoft.com/office/drawing/2014/main" id="{3044AD70-8E99-517B-0CF6-AB7FDC059F2F}"/>
                </a:ext>
              </a:extLst>
            </p:cNvPr>
            <p:cNvSpPr/>
            <p:nvPr/>
          </p:nvSpPr>
          <p:spPr>
            <a:xfrm>
              <a:off x="4851732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656;p53">
              <a:extLst>
                <a:ext uri="{FF2B5EF4-FFF2-40B4-BE49-F238E27FC236}">
                  <a16:creationId xmlns:a16="http://schemas.microsoft.com/office/drawing/2014/main" id="{A666BB60-4767-C5D2-CF5A-76B3F19B2A79}"/>
                </a:ext>
              </a:extLst>
            </p:cNvPr>
            <p:cNvSpPr/>
            <p:nvPr/>
          </p:nvSpPr>
          <p:spPr>
            <a:xfrm>
              <a:off x="4851732" y="249014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657;p53">
              <a:extLst>
                <a:ext uri="{FF2B5EF4-FFF2-40B4-BE49-F238E27FC236}">
                  <a16:creationId xmlns:a16="http://schemas.microsoft.com/office/drawing/2014/main" id="{A3C62C8B-F7AB-337D-E1FB-3C854980703C}"/>
                </a:ext>
              </a:extLst>
            </p:cNvPr>
            <p:cNvSpPr/>
            <p:nvPr/>
          </p:nvSpPr>
          <p:spPr>
            <a:xfrm>
              <a:off x="4851732" y="2544832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658;p53">
              <a:extLst>
                <a:ext uri="{FF2B5EF4-FFF2-40B4-BE49-F238E27FC236}">
                  <a16:creationId xmlns:a16="http://schemas.microsoft.com/office/drawing/2014/main" id="{EB8513FA-E855-090B-B35B-7CC451897C6C}"/>
                </a:ext>
              </a:extLst>
            </p:cNvPr>
            <p:cNvSpPr/>
            <p:nvPr/>
          </p:nvSpPr>
          <p:spPr>
            <a:xfrm>
              <a:off x="4851732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659;p53">
              <a:extLst>
                <a:ext uri="{FF2B5EF4-FFF2-40B4-BE49-F238E27FC236}">
                  <a16:creationId xmlns:a16="http://schemas.microsoft.com/office/drawing/2014/main" id="{50BB4B86-8F7E-801E-FB11-D3092EE20010}"/>
                </a:ext>
              </a:extLst>
            </p:cNvPr>
            <p:cNvSpPr/>
            <p:nvPr/>
          </p:nvSpPr>
          <p:spPr>
            <a:xfrm>
              <a:off x="4851732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660;p53">
              <a:extLst>
                <a:ext uri="{FF2B5EF4-FFF2-40B4-BE49-F238E27FC236}">
                  <a16:creationId xmlns:a16="http://schemas.microsoft.com/office/drawing/2014/main" id="{6BF15344-BC32-E152-1F54-C745A6168945}"/>
                </a:ext>
              </a:extLst>
            </p:cNvPr>
            <p:cNvSpPr/>
            <p:nvPr/>
          </p:nvSpPr>
          <p:spPr>
            <a:xfrm>
              <a:off x="4851732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661;p53">
              <a:extLst>
                <a:ext uri="{FF2B5EF4-FFF2-40B4-BE49-F238E27FC236}">
                  <a16:creationId xmlns:a16="http://schemas.microsoft.com/office/drawing/2014/main" id="{A86AAC7C-A67C-BE70-6436-072791BBA001}"/>
                </a:ext>
              </a:extLst>
            </p:cNvPr>
            <p:cNvSpPr/>
            <p:nvPr/>
          </p:nvSpPr>
          <p:spPr>
            <a:xfrm>
              <a:off x="4851732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662;p53">
              <a:extLst>
                <a:ext uri="{FF2B5EF4-FFF2-40B4-BE49-F238E27FC236}">
                  <a16:creationId xmlns:a16="http://schemas.microsoft.com/office/drawing/2014/main" id="{2F108B3E-9F3D-5D71-C8B5-CF288E6D5276}"/>
                </a:ext>
              </a:extLst>
            </p:cNvPr>
            <p:cNvSpPr/>
            <p:nvPr/>
          </p:nvSpPr>
          <p:spPr>
            <a:xfrm>
              <a:off x="4851732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663;p53">
              <a:extLst>
                <a:ext uri="{FF2B5EF4-FFF2-40B4-BE49-F238E27FC236}">
                  <a16:creationId xmlns:a16="http://schemas.microsoft.com/office/drawing/2014/main" id="{94810696-CA72-452D-F063-2D17A143E7F7}"/>
                </a:ext>
              </a:extLst>
            </p:cNvPr>
            <p:cNvSpPr/>
            <p:nvPr/>
          </p:nvSpPr>
          <p:spPr>
            <a:xfrm>
              <a:off x="48517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664;p53">
              <a:extLst>
                <a:ext uri="{FF2B5EF4-FFF2-40B4-BE49-F238E27FC236}">
                  <a16:creationId xmlns:a16="http://schemas.microsoft.com/office/drawing/2014/main" id="{308018C6-8F19-9598-EA42-184D896B43E1}"/>
                </a:ext>
              </a:extLst>
            </p:cNvPr>
            <p:cNvSpPr/>
            <p:nvPr/>
          </p:nvSpPr>
          <p:spPr>
            <a:xfrm>
              <a:off x="48517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665;p53">
              <a:extLst>
                <a:ext uri="{FF2B5EF4-FFF2-40B4-BE49-F238E27FC236}">
                  <a16:creationId xmlns:a16="http://schemas.microsoft.com/office/drawing/2014/main" id="{34E6E7E5-3E18-F58A-610E-503EEF44744A}"/>
                </a:ext>
              </a:extLst>
            </p:cNvPr>
            <p:cNvSpPr/>
            <p:nvPr/>
          </p:nvSpPr>
          <p:spPr>
            <a:xfrm>
              <a:off x="490639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666;p53">
              <a:extLst>
                <a:ext uri="{FF2B5EF4-FFF2-40B4-BE49-F238E27FC236}">
                  <a16:creationId xmlns:a16="http://schemas.microsoft.com/office/drawing/2014/main" id="{08308BF8-3842-A8A7-ED23-4FC57D3F69D1}"/>
                </a:ext>
              </a:extLst>
            </p:cNvPr>
            <p:cNvSpPr/>
            <p:nvPr/>
          </p:nvSpPr>
          <p:spPr>
            <a:xfrm>
              <a:off x="490639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667;p53">
              <a:extLst>
                <a:ext uri="{FF2B5EF4-FFF2-40B4-BE49-F238E27FC236}">
                  <a16:creationId xmlns:a16="http://schemas.microsoft.com/office/drawing/2014/main" id="{F3BAEB29-DEB3-ABF8-C0A6-ED0C0272092B}"/>
                </a:ext>
              </a:extLst>
            </p:cNvPr>
            <p:cNvSpPr/>
            <p:nvPr/>
          </p:nvSpPr>
          <p:spPr>
            <a:xfrm>
              <a:off x="490639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668;p53">
              <a:extLst>
                <a:ext uri="{FF2B5EF4-FFF2-40B4-BE49-F238E27FC236}">
                  <a16:creationId xmlns:a16="http://schemas.microsoft.com/office/drawing/2014/main" id="{C58E8870-2ECE-8D4F-6DF2-0C13CC03C4A2}"/>
                </a:ext>
              </a:extLst>
            </p:cNvPr>
            <p:cNvSpPr/>
            <p:nvPr/>
          </p:nvSpPr>
          <p:spPr>
            <a:xfrm>
              <a:off x="490639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669;p53">
              <a:extLst>
                <a:ext uri="{FF2B5EF4-FFF2-40B4-BE49-F238E27FC236}">
                  <a16:creationId xmlns:a16="http://schemas.microsoft.com/office/drawing/2014/main" id="{480B126A-3281-2DAA-86CA-9939B8B0B920}"/>
                </a:ext>
              </a:extLst>
            </p:cNvPr>
            <p:cNvSpPr/>
            <p:nvPr/>
          </p:nvSpPr>
          <p:spPr>
            <a:xfrm>
              <a:off x="490639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670;p53">
              <a:extLst>
                <a:ext uri="{FF2B5EF4-FFF2-40B4-BE49-F238E27FC236}">
                  <a16:creationId xmlns:a16="http://schemas.microsoft.com/office/drawing/2014/main" id="{EBA55024-88AF-98E6-CC18-3AEFE33B2E22}"/>
                </a:ext>
              </a:extLst>
            </p:cNvPr>
            <p:cNvSpPr/>
            <p:nvPr/>
          </p:nvSpPr>
          <p:spPr>
            <a:xfrm>
              <a:off x="490639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671;p53">
              <a:extLst>
                <a:ext uri="{FF2B5EF4-FFF2-40B4-BE49-F238E27FC236}">
                  <a16:creationId xmlns:a16="http://schemas.microsoft.com/office/drawing/2014/main" id="{A1FE7EAC-AFCD-DF91-BB74-F986DA6D0B42}"/>
                </a:ext>
              </a:extLst>
            </p:cNvPr>
            <p:cNvSpPr/>
            <p:nvPr/>
          </p:nvSpPr>
          <p:spPr>
            <a:xfrm>
              <a:off x="490639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672;p53">
              <a:extLst>
                <a:ext uri="{FF2B5EF4-FFF2-40B4-BE49-F238E27FC236}">
                  <a16:creationId xmlns:a16="http://schemas.microsoft.com/office/drawing/2014/main" id="{ECFA1710-F7BC-9BDF-5873-64CB13EAB8EB}"/>
                </a:ext>
              </a:extLst>
            </p:cNvPr>
            <p:cNvSpPr/>
            <p:nvPr/>
          </p:nvSpPr>
          <p:spPr>
            <a:xfrm>
              <a:off x="490639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673;p53">
              <a:extLst>
                <a:ext uri="{FF2B5EF4-FFF2-40B4-BE49-F238E27FC236}">
                  <a16:creationId xmlns:a16="http://schemas.microsoft.com/office/drawing/2014/main" id="{7E6ACE30-371F-AD13-B5F8-224E4007D998}"/>
                </a:ext>
              </a:extLst>
            </p:cNvPr>
            <p:cNvSpPr/>
            <p:nvPr/>
          </p:nvSpPr>
          <p:spPr>
            <a:xfrm>
              <a:off x="490639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674;p53">
              <a:extLst>
                <a:ext uri="{FF2B5EF4-FFF2-40B4-BE49-F238E27FC236}">
                  <a16:creationId xmlns:a16="http://schemas.microsoft.com/office/drawing/2014/main" id="{BDBB79B0-7FB0-A231-AEE1-6B2E0610F4C0}"/>
                </a:ext>
              </a:extLst>
            </p:cNvPr>
            <p:cNvSpPr/>
            <p:nvPr/>
          </p:nvSpPr>
          <p:spPr>
            <a:xfrm>
              <a:off x="490639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675;p53">
              <a:extLst>
                <a:ext uri="{FF2B5EF4-FFF2-40B4-BE49-F238E27FC236}">
                  <a16:creationId xmlns:a16="http://schemas.microsoft.com/office/drawing/2014/main" id="{3F8B65EF-72AD-14E1-54E3-DBA2C8E6D278}"/>
                </a:ext>
              </a:extLst>
            </p:cNvPr>
            <p:cNvSpPr/>
            <p:nvPr/>
          </p:nvSpPr>
          <p:spPr>
            <a:xfrm>
              <a:off x="4906398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676;p53">
              <a:extLst>
                <a:ext uri="{FF2B5EF4-FFF2-40B4-BE49-F238E27FC236}">
                  <a16:creationId xmlns:a16="http://schemas.microsoft.com/office/drawing/2014/main" id="{B0E81A79-8CF6-4E91-D7BB-9467FEFBA74C}"/>
                </a:ext>
              </a:extLst>
            </p:cNvPr>
            <p:cNvSpPr/>
            <p:nvPr/>
          </p:nvSpPr>
          <p:spPr>
            <a:xfrm>
              <a:off x="4906398" y="2544832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677;p53">
              <a:extLst>
                <a:ext uri="{FF2B5EF4-FFF2-40B4-BE49-F238E27FC236}">
                  <a16:creationId xmlns:a16="http://schemas.microsoft.com/office/drawing/2014/main" id="{4DE3F461-9C2A-B74B-5C62-5C6FE38DE7B6}"/>
                </a:ext>
              </a:extLst>
            </p:cNvPr>
            <p:cNvSpPr/>
            <p:nvPr/>
          </p:nvSpPr>
          <p:spPr>
            <a:xfrm>
              <a:off x="490639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678;p53">
              <a:extLst>
                <a:ext uri="{FF2B5EF4-FFF2-40B4-BE49-F238E27FC236}">
                  <a16:creationId xmlns:a16="http://schemas.microsoft.com/office/drawing/2014/main" id="{A63AF4EB-00D3-46E4-14C2-2AC09255B0F0}"/>
                </a:ext>
              </a:extLst>
            </p:cNvPr>
            <p:cNvSpPr/>
            <p:nvPr/>
          </p:nvSpPr>
          <p:spPr>
            <a:xfrm>
              <a:off x="490639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679;p53">
              <a:extLst>
                <a:ext uri="{FF2B5EF4-FFF2-40B4-BE49-F238E27FC236}">
                  <a16:creationId xmlns:a16="http://schemas.microsoft.com/office/drawing/2014/main" id="{53663A8D-D780-D4C9-8655-EBE4F6334DBA}"/>
                </a:ext>
              </a:extLst>
            </p:cNvPr>
            <p:cNvSpPr/>
            <p:nvPr/>
          </p:nvSpPr>
          <p:spPr>
            <a:xfrm>
              <a:off x="490639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680;p53">
              <a:extLst>
                <a:ext uri="{FF2B5EF4-FFF2-40B4-BE49-F238E27FC236}">
                  <a16:creationId xmlns:a16="http://schemas.microsoft.com/office/drawing/2014/main" id="{A7BA9269-DA03-EC66-6DED-800655A066EA}"/>
                </a:ext>
              </a:extLst>
            </p:cNvPr>
            <p:cNvSpPr/>
            <p:nvPr/>
          </p:nvSpPr>
          <p:spPr>
            <a:xfrm>
              <a:off x="490639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681;p53">
              <a:extLst>
                <a:ext uri="{FF2B5EF4-FFF2-40B4-BE49-F238E27FC236}">
                  <a16:creationId xmlns:a16="http://schemas.microsoft.com/office/drawing/2014/main" id="{9A37DF04-C7DD-92C9-38CE-E147046015DE}"/>
                </a:ext>
              </a:extLst>
            </p:cNvPr>
            <p:cNvSpPr/>
            <p:nvPr/>
          </p:nvSpPr>
          <p:spPr>
            <a:xfrm>
              <a:off x="490639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682;p53">
              <a:extLst>
                <a:ext uri="{FF2B5EF4-FFF2-40B4-BE49-F238E27FC236}">
                  <a16:creationId xmlns:a16="http://schemas.microsoft.com/office/drawing/2014/main" id="{407DCFEB-D1E9-535F-3102-4A6958720C11}"/>
                </a:ext>
              </a:extLst>
            </p:cNvPr>
            <p:cNvSpPr/>
            <p:nvPr/>
          </p:nvSpPr>
          <p:spPr>
            <a:xfrm>
              <a:off x="4961081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683;p53">
              <a:extLst>
                <a:ext uri="{FF2B5EF4-FFF2-40B4-BE49-F238E27FC236}">
                  <a16:creationId xmlns:a16="http://schemas.microsoft.com/office/drawing/2014/main" id="{AAB7113F-C5FC-18A2-6BFE-5A0455FFE73F}"/>
                </a:ext>
              </a:extLst>
            </p:cNvPr>
            <p:cNvSpPr/>
            <p:nvPr/>
          </p:nvSpPr>
          <p:spPr>
            <a:xfrm>
              <a:off x="4961081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684;p53">
              <a:extLst>
                <a:ext uri="{FF2B5EF4-FFF2-40B4-BE49-F238E27FC236}">
                  <a16:creationId xmlns:a16="http://schemas.microsoft.com/office/drawing/2014/main" id="{9F4F5536-647B-E835-971D-9074B82F3C48}"/>
                </a:ext>
              </a:extLst>
            </p:cNvPr>
            <p:cNvSpPr/>
            <p:nvPr/>
          </p:nvSpPr>
          <p:spPr>
            <a:xfrm>
              <a:off x="4961081" y="2053036"/>
              <a:ext cx="44586" cy="38202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685;p53">
              <a:extLst>
                <a:ext uri="{FF2B5EF4-FFF2-40B4-BE49-F238E27FC236}">
                  <a16:creationId xmlns:a16="http://schemas.microsoft.com/office/drawing/2014/main" id="{B9B7B5B9-177F-C29F-2509-3E4C43F2DC07}"/>
                </a:ext>
              </a:extLst>
            </p:cNvPr>
            <p:cNvSpPr/>
            <p:nvPr/>
          </p:nvSpPr>
          <p:spPr>
            <a:xfrm>
              <a:off x="4961081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686;p53">
              <a:extLst>
                <a:ext uri="{FF2B5EF4-FFF2-40B4-BE49-F238E27FC236}">
                  <a16:creationId xmlns:a16="http://schemas.microsoft.com/office/drawing/2014/main" id="{2112DE78-B760-82EC-4826-C8CA3542D0A9}"/>
                </a:ext>
              </a:extLst>
            </p:cNvPr>
            <p:cNvSpPr/>
            <p:nvPr/>
          </p:nvSpPr>
          <p:spPr>
            <a:xfrm>
              <a:off x="4961081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687;p53">
              <a:extLst>
                <a:ext uri="{FF2B5EF4-FFF2-40B4-BE49-F238E27FC236}">
                  <a16:creationId xmlns:a16="http://schemas.microsoft.com/office/drawing/2014/main" id="{F3487D97-C750-6C5A-38BB-3B16C5B85782}"/>
                </a:ext>
              </a:extLst>
            </p:cNvPr>
            <p:cNvSpPr/>
            <p:nvPr/>
          </p:nvSpPr>
          <p:spPr>
            <a:xfrm>
              <a:off x="4961081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688;p53">
              <a:extLst>
                <a:ext uri="{FF2B5EF4-FFF2-40B4-BE49-F238E27FC236}">
                  <a16:creationId xmlns:a16="http://schemas.microsoft.com/office/drawing/2014/main" id="{E26444C4-666C-8847-0506-B2EC19B6FC18}"/>
                </a:ext>
              </a:extLst>
            </p:cNvPr>
            <p:cNvSpPr/>
            <p:nvPr/>
          </p:nvSpPr>
          <p:spPr>
            <a:xfrm>
              <a:off x="4961081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689;p53">
              <a:extLst>
                <a:ext uri="{FF2B5EF4-FFF2-40B4-BE49-F238E27FC236}">
                  <a16:creationId xmlns:a16="http://schemas.microsoft.com/office/drawing/2014/main" id="{86B79AE6-0624-C223-D78C-99B9D8C532CC}"/>
                </a:ext>
              </a:extLst>
            </p:cNvPr>
            <p:cNvSpPr/>
            <p:nvPr/>
          </p:nvSpPr>
          <p:spPr>
            <a:xfrm>
              <a:off x="4961081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690;p53">
              <a:extLst>
                <a:ext uri="{FF2B5EF4-FFF2-40B4-BE49-F238E27FC236}">
                  <a16:creationId xmlns:a16="http://schemas.microsoft.com/office/drawing/2014/main" id="{0070EF9F-C6B8-B441-545C-FE9697505AE3}"/>
                </a:ext>
              </a:extLst>
            </p:cNvPr>
            <p:cNvSpPr/>
            <p:nvPr/>
          </p:nvSpPr>
          <p:spPr>
            <a:xfrm>
              <a:off x="4961081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691;p53">
              <a:extLst>
                <a:ext uri="{FF2B5EF4-FFF2-40B4-BE49-F238E27FC236}">
                  <a16:creationId xmlns:a16="http://schemas.microsoft.com/office/drawing/2014/main" id="{FB80191B-BC08-F509-CDFB-AB4E68618562}"/>
                </a:ext>
              </a:extLst>
            </p:cNvPr>
            <p:cNvSpPr/>
            <p:nvPr/>
          </p:nvSpPr>
          <p:spPr>
            <a:xfrm>
              <a:off x="4961081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692;p53">
              <a:extLst>
                <a:ext uri="{FF2B5EF4-FFF2-40B4-BE49-F238E27FC236}">
                  <a16:creationId xmlns:a16="http://schemas.microsoft.com/office/drawing/2014/main" id="{3527ABAB-B40C-B715-51EF-01521F894F91}"/>
                </a:ext>
              </a:extLst>
            </p:cNvPr>
            <p:cNvSpPr/>
            <p:nvPr/>
          </p:nvSpPr>
          <p:spPr>
            <a:xfrm>
              <a:off x="4961081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693;p53">
              <a:extLst>
                <a:ext uri="{FF2B5EF4-FFF2-40B4-BE49-F238E27FC236}">
                  <a16:creationId xmlns:a16="http://schemas.microsoft.com/office/drawing/2014/main" id="{8D96426C-B3F5-26F3-1CC2-23CF2022F778}"/>
                </a:ext>
              </a:extLst>
            </p:cNvPr>
            <p:cNvSpPr/>
            <p:nvPr/>
          </p:nvSpPr>
          <p:spPr>
            <a:xfrm>
              <a:off x="49610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694;p53">
              <a:extLst>
                <a:ext uri="{FF2B5EF4-FFF2-40B4-BE49-F238E27FC236}">
                  <a16:creationId xmlns:a16="http://schemas.microsoft.com/office/drawing/2014/main" id="{C0E8FAEA-D957-F495-28B9-B8093C9764E0}"/>
                </a:ext>
              </a:extLst>
            </p:cNvPr>
            <p:cNvSpPr/>
            <p:nvPr/>
          </p:nvSpPr>
          <p:spPr>
            <a:xfrm>
              <a:off x="49610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695;p53">
              <a:extLst>
                <a:ext uri="{FF2B5EF4-FFF2-40B4-BE49-F238E27FC236}">
                  <a16:creationId xmlns:a16="http://schemas.microsoft.com/office/drawing/2014/main" id="{3AA750A7-E391-A985-2895-AA74FF6AC774}"/>
                </a:ext>
              </a:extLst>
            </p:cNvPr>
            <p:cNvSpPr/>
            <p:nvPr/>
          </p:nvSpPr>
          <p:spPr>
            <a:xfrm>
              <a:off x="4960938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696;p53">
              <a:extLst>
                <a:ext uri="{FF2B5EF4-FFF2-40B4-BE49-F238E27FC236}">
                  <a16:creationId xmlns:a16="http://schemas.microsoft.com/office/drawing/2014/main" id="{81C580C4-34AC-FEA9-F1DA-933EA168A85A}"/>
                </a:ext>
              </a:extLst>
            </p:cNvPr>
            <p:cNvSpPr/>
            <p:nvPr/>
          </p:nvSpPr>
          <p:spPr>
            <a:xfrm>
              <a:off x="49610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697;p53">
              <a:extLst>
                <a:ext uri="{FF2B5EF4-FFF2-40B4-BE49-F238E27FC236}">
                  <a16:creationId xmlns:a16="http://schemas.microsoft.com/office/drawing/2014/main" id="{9578DE42-BB1C-5D17-485F-7F9DD91D527D}"/>
                </a:ext>
              </a:extLst>
            </p:cNvPr>
            <p:cNvSpPr/>
            <p:nvPr/>
          </p:nvSpPr>
          <p:spPr>
            <a:xfrm>
              <a:off x="4960938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698;p53">
              <a:extLst>
                <a:ext uri="{FF2B5EF4-FFF2-40B4-BE49-F238E27FC236}">
                  <a16:creationId xmlns:a16="http://schemas.microsoft.com/office/drawing/2014/main" id="{DFA28F42-F670-73C4-A094-A76082E52AD4}"/>
                </a:ext>
              </a:extLst>
            </p:cNvPr>
            <p:cNvSpPr/>
            <p:nvPr/>
          </p:nvSpPr>
          <p:spPr>
            <a:xfrm>
              <a:off x="5015765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699;p53">
              <a:extLst>
                <a:ext uri="{FF2B5EF4-FFF2-40B4-BE49-F238E27FC236}">
                  <a16:creationId xmlns:a16="http://schemas.microsoft.com/office/drawing/2014/main" id="{DAC18C79-6E0F-681A-6155-27DD4478D4D6}"/>
                </a:ext>
              </a:extLst>
            </p:cNvPr>
            <p:cNvSpPr/>
            <p:nvPr/>
          </p:nvSpPr>
          <p:spPr>
            <a:xfrm>
              <a:off x="5015765" y="1998371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700;p53">
              <a:extLst>
                <a:ext uri="{FF2B5EF4-FFF2-40B4-BE49-F238E27FC236}">
                  <a16:creationId xmlns:a16="http://schemas.microsoft.com/office/drawing/2014/main" id="{9A22D5C6-90B7-4FD3-79A4-10467CAA51BB}"/>
                </a:ext>
              </a:extLst>
            </p:cNvPr>
            <p:cNvSpPr/>
            <p:nvPr/>
          </p:nvSpPr>
          <p:spPr>
            <a:xfrm>
              <a:off x="5015765" y="2053036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701;p53">
              <a:extLst>
                <a:ext uri="{FF2B5EF4-FFF2-40B4-BE49-F238E27FC236}">
                  <a16:creationId xmlns:a16="http://schemas.microsoft.com/office/drawing/2014/main" id="{5B13ACFB-F5AC-1685-9920-FBE33337C5AB}"/>
                </a:ext>
              </a:extLst>
            </p:cNvPr>
            <p:cNvSpPr/>
            <p:nvPr/>
          </p:nvSpPr>
          <p:spPr>
            <a:xfrm>
              <a:off x="5015765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702;p53">
              <a:extLst>
                <a:ext uri="{FF2B5EF4-FFF2-40B4-BE49-F238E27FC236}">
                  <a16:creationId xmlns:a16="http://schemas.microsoft.com/office/drawing/2014/main" id="{2B32F00E-7281-8AD4-75BF-77704C4D72AC}"/>
                </a:ext>
              </a:extLst>
            </p:cNvPr>
            <p:cNvSpPr/>
            <p:nvPr/>
          </p:nvSpPr>
          <p:spPr>
            <a:xfrm>
              <a:off x="5015765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703;p53">
              <a:extLst>
                <a:ext uri="{FF2B5EF4-FFF2-40B4-BE49-F238E27FC236}">
                  <a16:creationId xmlns:a16="http://schemas.microsoft.com/office/drawing/2014/main" id="{88E011AE-6F40-310D-6C13-88C4F13B123F}"/>
                </a:ext>
              </a:extLst>
            </p:cNvPr>
            <p:cNvSpPr/>
            <p:nvPr/>
          </p:nvSpPr>
          <p:spPr>
            <a:xfrm>
              <a:off x="5015765" y="2216909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704;p53">
              <a:extLst>
                <a:ext uri="{FF2B5EF4-FFF2-40B4-BE49-F238E27FC236}">
                  <a16:creationId xmlns:a16="http://schemas.microsoft.com/office/drawing/2014/main" id="{A8B00441-13AD-238D-F01D-1B7C8131AC27}"/>
                </a:ext>
              </a:extLst>
            </p:cNvPr>
            <p:cNvSpPr/>
            <p:nvPr/>
          </p:nvSpPr>
          <p:spPr>
            <a:xfrm>
              <a:off x="5015765" y="227159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705;p53">
              <a:extLst>
                <a:ext uri="{FF2B5EF4-FFF2-40B4-BE49-F238E27FC236}">
                  <a16:creationId xmlns:a16="http://schemas.microsoft.com/office/drawing/2014/main" id="{B82647D4-5370-5DD6-9B53-CF63DD14DD56}"/>
                </a:ext>
              </a:extLst>
            </p:cNvPr>
            <p:cNvSpPr/>
            <p:nvPr/>
          </p:nvSpPr>
          <p:spPr>
            <a:xfrm>
              <a:off x="5015765" y="2326115"/>
              <a:ext cx="44622" cy="38381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706;p53">
              <a:extLst>
                <a:ext uri="{FF2B5EF4-FFF2-40B4-BE49-F238E27FC236}">
                  <a16:creationId xmlns:a16="http://schemas.microsoft.com/office/drawing/2014/main" id="{0FC32E7A-4A5C-5E8E-A092-0419A1C2FC60}"/>
                </a:ext>
              </a:extLst>
            </p:cNvPr>
            <p:cNvSpPr/>
            <p:nvPr/>
          </p:nvSpPr>
          <p:spPr>
            <a:xfrm>
              <a:off x="5015765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707;p53">
              <a:extLst>
                <a:ext uri="{FF2B5EF4-FFF2-40B4-BE49-F238E27FC236}">
                  <a16:creationId xmlns:a16="http://schemas.microsoft.com/office/drawing/2014/main" id="{1FEA3187-54CF-9ADB-A0B1-73E78981DEA5}"/>
                </a:ext>
              </a:extLst>
            </p:cNvPr>
            <p:cNvSpPr/>
            <p:nvPr/>
          </p:nvSpPr>
          <p:spPr>
            <a:xfrm>
              <a:off x="5070288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708;p53">
              <a:extLst>
                <a:ext uri="{FF2B5EF4-FFF2-40B4-BE49-F238E27FC236}">
                  <a16:creationId xmlns:a16="http://schemas.microsoft.com/office/drawing/2014/main" id="{2AE6039A-CC43-FA35-85B6-CC6A6EE3D277}"/>
                </a:ext>
              </a:extLst>
            </p:cNvPr>
            <p:cNvSpPr/>
            <p:nvPr/>
          </p:nvSpPr>
          <p:spPr>
            <a:xfrm>
              <a:off x="5070288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709;p53">
              <a:extLst>
                <a:ext uri="{FF2B5EF4-FFF2-40B4-BE49-F238E27FC236}">
                  <a16:creationId xmlns:a16="http://schemas.microsoft.com/office/drawing/2014/main" id="{2451CF37-406A-09DF-1C23-60476A745685}"/>
                </a:ext>
              </a:extLst>
            </p:cNvPr>
            <p:cNvSpPr/>
            <p:nvPr/>
          </p:nvSpPr>
          <p:spPr>
            <a:xfrm>
              <a:off x="5070288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710;p53">
              <a:extLst>
                <a:ext uri="{FF2B5EF4-FFF2-40B4-BE49-F238E27FC236}">
                  <a16:creationId xmlns:a16="http://schemas.microsoft.com/office/drawing/2014/main" id="{34F5EF50-14C6-5443-E88C-256073F3A4F3}"/>
                </a:ext>
              </a:extLst>
            </p:cNvPr>
            <p:cNvSpPr/>
            <p:nvPr/>
          </p:nvSpPr>
          <p:spPr>
            <a:xfrm>
              <a:off x="5070288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711;p53">
              <a:extLst>
                <a:ext uri="{FF2B5EF4-FFF2-40B4-BE49-F238E27FC236}">
                  <a16:creationId xmlns:a16="http://schemas.microsoft.com/office/drawing/2014/main" id="{54A462F2-FC07-FEC7-F66C-BC780CC3E17D}"/>
                </a:ext>
              </a:extLst>
            </p:cNvPr>
            <p:cNvSpPr/>
            <p:nvPr/>
          </p:nvSpPr>
          <p:spPr>
            <a:xfrm>
              <a:off x="5070288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712;p53">
              <a:extLst>
                <a:ext uri="{FF2B5EF4-FFF2-40B4-BE49-F238E27FC236}">
                  <a16:creationId xmlns:a16="http://schemas.microsoft.com/office/drawing/2014/main" id="{AC1BAC23-1079-09FB-7CB3-ADC1ECB01748}"/>
                </a:ext>
              </a:extLst>
            </p:cNvPr>
            <p:cNvSpPr/>
            <p:nvPr/>
          </p:nvSpPr>
          <p:spPr>
            <a:xfrm>
              <a:off x="5070288" y="2216926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713;p53">
              <a:extLst>
                <a:ext uri="{FF2B5EF4-FFF2-40B4-BE49-F238E27FC236}">
                  <a16:creationId xmlns:a16="http://schemas.microsoft.com/office/drawing/2014/main" id="{3325D81D-96C6-2C8F-1F7E-C34EA0B53D9B}"/>
                </a:ext>
              </a:extLst>
            </p:cNvPr>
            <p:cNvSpPr/>
            <p:nvPr/>
          </p:nvSpPr>
          <p:spPr>
            <a:xfrm>
              <a:off x="5070288" y="227159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714;p53">
              <a:extLst>
                <a:ext uri="{FF2B5EF4-FFF2-40B4-BE49-F238E27FC236}">
                  <a16:creationId xmlns:a16="http://schemas.microsoft.com/office/drawing/2014/main" id="{5F0568E8-C4AE-7562-8035-67BF8D1EFCB5}"/>
                </a:ext>
              </a:extLst>
            </p:cNvPr>
            <p:cNvSpPr/>
            <p:nvPr/>
          </p:nvSpPr>
          <p:spPr>
            <a:xfrm>
              <a:off x="5070288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715;p53">
              <a:extLst>
                <a:ext uri="{FF2B5EF4-FFF2-40B4-BE49-F238E27FC236}">
                  <a16:creationId xmlns:a16="http://schemas.microsoft.com/office/drawing/2014/main" id="{2B73B024-416C-3CBF-0859-89656AB20760}"/>
                </a:ext>
              </a:extLst>
            </p:cNvPr>
            <p:cNvSpPr/>
            <p:nvPr/>
          </p:nvSpPr>
          <p:spPr>
            <a:xfrm>
              <a:off x="5070288" y="238079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716;p53">
              <a:extLst>
                <a:ext uri="{FF2B5EF4-FFF2-40B4-BE49-F238E27FC236}">
                  <a16:creationId xmlns:a16="http://schemas.microsoft.com/office/drawing/2014/main" id="{07AD89CD-9A55-C5CF-2F65-723B9DE1E95B}"/>
                </a:ext>
              </a:extLst>
            </p:cNvPr>
            <p:cNvSpPr/>
            <p:nvPr/>
          </p:nvSpPr>
          <p:spPr>
            <a:xfrm>
              <a:off x="5070288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717;p53">
              <a:extLst>
                <a:ext uri="{FF2B5EF4-FFF2-40B4-BE49-F238E27FC236}">
                  <a16:creationId xmlns:a16="http://schemas.microsoft.com/office/drawing/2014/main" id="{5091A926-BD7C-46FC-709B-8C4EA27CD7E1}"/>
                </a:ext>
              </a:extLst>
            </p:cNvPr>
            <p:cNvSpPr/>
            <p:nvPr/>
          </p:nvSpPr>
          <p:spPr>
            <a:xfrm>
              <a:off x="5015765" y="2435482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718;p53">
              <a:extLst>
                <a:ext uri="{FF2B5EF4-FFF2-40B4-BE49-F238E27FC236}">
                  <a16:creationId xmlns:a16="http://schemas.microsoft.com/office/drawing/2014/main" id="{710C3624-017A-9395-8B42-7881AFABC34E}"/>
                </a:ext>
              </a:extLst>
            </p:cNvPr>
            <p:cNvSpPr/>
            <p:nvPr/>
          </p:nvSpPr>
          <p:spPr>
            <a:xfrm>
              <a:off x="5015765" y="2490148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719;p53">
              <a:extLst>
                <a:ext uri="{FF2B5EF4-FFF2-40B4-BE49-F238E27FC236}">
                  <a16:creationId xmlns:a16="http://schemas.microsoft.com/office/drawing/2014/main" id="{B4184191-EA8B-0440-0A2C-CE2D223B9C95}"/>
                </a:ext>
              </a:extLst>
            </p:cNvPr>
            <p:cNvSpPr/>
            <p:nvPr/>
          </p:nvSpPr>
          <p:spPr>
            <a:xfrm>
              <a:off x="501576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720;p53">
              <a:extLst>
                <a:ext uri="{FF2B5EF4-FFF2-40B4-BE49-F238E27FC236}">
                  <a16:creationId xmlns:a16="http://schemas.microsoft.com/office/drawing/2014/main" id="{B78E3B57-1C75-B1F5-5808-385B17A71BDB}"/>
                </a:ext>
              </a:extLst>
            </p:cNvPr>
            <p:cNvSpPr/>
            <p:nvPr/>
          </p:nvSpPr>
          <p:spPr>
            <a:xfrm>
              <a:off x="501576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721;p53">
              <a:extLst>
                <a:ext uri="{FF2B5EF4-FFF2-40B4-BE49-F238E27FC236}">
                  <a16:creationId xmlns:a16="http://schemas.microsoft.com/office/drawing/2014/main" id="{14292586-4633-D26E-7006-E05D8D36F195}"/>
                </a:ext>
              </a:extLst>
            </p:cNvPr>
            <p:cNvSpPr/>
            <p:nvPr/>
          </p:nvSpPr>
          <p:spPr>
            <a:xfrm>
              <a:off x="5015604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722;p53">
              <a:extLst>
                <a:ext uri="{FF2B5EF4-FFF2-40B4-BE49-F238E27FC236}">
                  <a16:creationId xmlns:a16="http://schemas.microsoft.com/office/drawing/2014/main" id="{CF4A8730-6C9A-CC30-5018-7D64E57F3B8D}"/>
                </a:ext>
              </a:extLst>
            </p:cNvPr>
            <p:cNvSpPr/>
            <p:nvPr/>
          </p:nvSpPr>
          <p:spPr>
            <a:xfrm>
              <a:off x="5015765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723;p53">
              <a:extLst>
                <a:ext uri="{FF2B5EF4-FFF2-40B4-BE49-F238E27FC236}">
                  <a16:creationId xmlns:a16="http://schemas.microsoft.com/office/drawing/2014/main" id="{CD37C8C0-0BAA-1A9A-F19D-BF08B54865A0}"/>
                </a:ext>
              </a:extLst>
            </p:cNvPr>
            <p:cNvSpPr/>
            <p:nvPr/>
          </p:nvSpPr>
          <p:spPr>
            <a:xfrm>
              <a:off x="5015604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724;p53">
              <a:extLst>
                <a:ext uri="{FF2B5EF4-FFF2-40B4-BE49-F238E27FC236}">
                  <a16:creationId xmlns:a16="http://schemas.microsoft.com/office/drawing/2014/main" id="{AFCB8C9E-4FFC-07ED-4912-B42ABACD0D58}"/>
                </a:ext>
              </a:extLst>
            </p:cNvPr>
            <p:cNvSpPr/>
            <p:nvPr/>
          </p:nvSpPr>
          <p:spPr>
            <a:xfrm>
              <a:off x="5015765" y="2654182"/>
              <a:ext cx="44586" cy="38219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725;p53">
              <a:extLst>
                <a:ext uri="{FF2B5EF4-FFF2-40B4-BE49-F238E27FC236}">
                  <a16:creationId xmlns:a16="http://schemas.microsoft.com/office/drawing/2014/main" id="{7C574D0A-E429-B8F3-FBD1-C46BD66410FC}"/>
                </a:ext>
              </a:extLst>
            </p:cNvPr>
            <p:cNvSpPr/>
            <p:nvPr/>
          </p:nvSpPr>
          <p:spPr>
            <a:xfrm>
              <a:off x="49610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726;p53">
              <a:extLst>
                <a:ext uri="{FF2B5EF4-FFF2-40B4-BE49-F238E27FC236}">
                  <a16:creationId xmlns:a16="http://schemas.microsoft.com/office/drawing/2014/main" id="{6FDCA0C8-A18D-FA71-51D7-6215E6AE52D5}"/>
                </a:ext>
              </a:extLst>
            </p:cNvPr>
            <p:cNvSpPr/>
            <p:nvPr/>
          </p:nvSpPr>
          <p:spPr>
            <a:xfrm>
              <a:off x="490639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727;p53">
              <a:extLst>
                <a:ext uri="{FF2B5EF4-FFF2-40B4-BE49-F238E27FC236}">
                  <a16:creationId xmlns:a16="http://schemas.microsoft.com/office/drawing/2014/main" id="{E08671E5-651D-EA2E-EC22-2E7D9CD7CBBA}"/>
                </a:ext>
              </a:extLst>
            </p:cNvPr>
            <p:cNvSpPr/>
            <p:nvPr/>
          </p:nvSpPr>
          <p:spPr>
            <a:xfrm>
              <a:off x="4851732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728;p53">
              <a:extLst>
                <a:ext uri="{FF2B5EF4-FFF2-40B4-BE49-F238E27FC236}">
                  <a16:creationId xmlns:a16="http://schemas.microsoft.com/office/drawing/2014/main" id="{B7A3AB15-2BD1-7063-154F-701C25D3DFB9}"/>
                </a:ext>
              </a:extLst>
            </p:cNvPr>
            <p:cNvSpPr/>
            <p:nvPr/>
          </p:nvSpPr>
          <p:spPr>
            <a:xfrm>
              <a:off x="4797048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729;p53">
              <a:extLst>
                <a:ext uri="{FF2B5EF4-FFF2-40B4-BE49-F238E27FC236}">
                  <a16:creationId xmlns:a16="http://schemas.microsoft.com/office/drawing/2014/main" id="{37B6766D-7BE8-9E54-87BB-43C188D4D2E3}"/>
                </a:ext>
              </a:extLst>
            </p:cNvPr>
            <p:cNvSpPr/>
            <p:nvPr/>
          </p:nvSpPr>
          <p:spPr>
            <a:xfrm>
              <a:off x="4742382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730;p53">
              <a:extLst>
                <a:ext uri="{FF2B5EF4-FFF2-40B4-BE49-F238E27FC236}">
                  <a16:creationId xmlns:a16="http://schemas.microsoft.com/office/drawing/2014/main" id="{5DBE3398-6349-15EB-4C2C-1512A5C620FF}"/>
                </a:ext>
              </a:extLst>
            </p:cNvPr>
            <p:cNvSpPr/>
            <p:nvPr/>
          </p:nvSpPr>
          <p:spPr>
            <a:xfrm>
              <a:off x="4687698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731;p53">
              <a:extLst>
                <a:ext uri="{FF2B5EF4-FFF2-40B4-BE49-F238E27FC236}">
                  <a16:creationId xmlns:a16="http://schemas.microsoft.com/office/drawing/2014/main" id="{C659CA69-A883-E0C1-F5CA-AB3EF420DB5B}"/>
                </a:ext>
              </a:extLst>
            </p:cNvPr>
            <p:cNvSpPr/>
            <p:nvPr/>
          </p:nvSpPr>
          <p:spPr>
            <a:xfrm>
              <a:off x="5179494" y="3364515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732;p53">
              <a:extLst>
                <a:ext uri="{FF2B5EF4-FFF2-40B4-BE49-F238E27FC236}">
                  <a16:creationId xmlns:a16="http://schemas.microsoft.com/office/drawing/2014/main" id="{C5A2B133-5128-43F9-16B2-FCE7D670FF27}"/>
                </a:ext>
              </a:extLst>
            </p:cNvPr>
            <p:cNvSpPr/>
            <p:nvPr/>
          </p:nvSpPr>
          <p:spPr>
            <a:xfrm>
              <a:off x="5179494" y="3309849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733;p53">
              <a:extLst>
                <a:ext uri="{FF2B5EF4-FFF2-40B4-BE49-F238E27FC236}">
                  <a16:creationId xmlns:a16="http://schemas.microsoft.com/office/drawing/2014/main" id="{5AE5F161-94E4-5CA9-195F-0708A442D3D2}"/>
                </a:ext>
              </a:extLst>
            </p:cNvPr>
            <p:cNvSpPr/>
            <p:nvPr/>
          </p:nvSpPr>
          <p:spPr>
            <a:xfrm>
              <a:off x="5234160" y="3200643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734;p53">
              <a:extLst>
                <a:ext uri="{FF2B5EF4-FFF2-40B4-BE49-F238E27FC236}">
                  <a16:creationId xmlns:a16="http://schemas.microsoft.com/office/drawing/2014/main" id="{77CADF3C-7CB7-68C0-5E77-2AED720615B6}"/>
                </a:ext>
              </a:extLst>
            </p:cNvPr>
            <p:cNvSpPr/>
            <p:nvPr/>
          </p:nvSpPr>
          <p:spPr>
            <a:xfrm>
              <a:off x="5234160" y="3145959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735;p53">
              <a:extLst>
                <a:ext uri="{FF2B5EF4-FFF2-40B4-BE49-F238E27FC236}">
                  <a16:creationId xmlns:a16="http://schemas.microsoft.com/office/drawing/2014/main" id="{C16936F1-824E-D67F-8092-A30C24F7F2A2}"/>
                </a:ext>
              </a:extLst>
            </p:cNvPr>
            <p:cNvSpPr/>
            <p:nvPr/>
          </p:nvSpPr>
          <p:spPr>
            <a:xfrm>
              <a:off x="5124954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736;p53">
              <a:extLst>
                <a:ext uri="{FF2B5EF4-FFF2-40B4-BE49-F238E27FC236}">
                  <a16:creationId xmlns:a16="http://schemas.microsoft.com/office/drawing/2014/main" id="{DAD4FD03-E804-BF3C-7153-74FA7E065795}"/>
                </a:ext>
              </a:extLst>
            </p:cNvPr>
            <p:cNvSpPr/>
            <p:nvPr/>
          </p:nvSpPr>
          <p:spPr>
            <a:xfrm>
              <a:off x="5124954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737;p53">
              <a:extLst>
                <a:ext uri="{FF2B5EF4-FFF2-40B4-BE49-F238E27FC236}">
                  <a16:creationId xmlns:a16="http://schemas.microsoft.com/office/drawing/2014/main" id="{FB565238-264E-9CDB-D771-DED2D6DAE29C}"/>
                </a:ext>
              </a:extLst>
            </p:cNvPr>
            <p:cNvSpPr/>
            <p:nvPr/>
          </p:nvSpPr>
          <p:spPr>
            <a:xfrm>
              <a:off x="5070288" y="3364515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738;p53">
              <a:extLst>
                <a:ext uri="{FF2B5EF4-FFF2-40B4-BE49-F238E27FC236}">
                  <a16:creationId xmlns:a16="http://schemas.microsoft.com/office/drawing/2014/main" id="{27B3DC0D-9518-54A7-4C0F-A8C7E2779467}"/>
                </a:ext>
              </a:extLst>
            </p:cNvPr>
            <p:cNvSpPr/>
            <p:nvPr/>
          </p:nvSpPr>
          <p:spPr>
            <a:xfrm>
              <a:off x="5070288" y="3309849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739;p53">
              <a:extLst>
                <a:ext uri="{FF2B5EF4-FFF2-40B4-BE49-F238E27FC236}">
                  <a16:creationId xmlns:a16="http://schemas.microsoft.com/office/drawing/2014/main" id="{A7044878-1D82-870B-9F4C-E3BE7242C2B2}"/>
                </a:ext>
              </a:extLst>
            </p:cNvPr>
            <p:cNvSpPr/>
            <p:nvPr/>
          </p:nvSpPr>
          <p:spPr>
            <a:xfrm>
              <a:off x="5070288" y="3255166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740;p53">
              <a:extLst>
                <a:ext uri="{FF2B5EF4-FFF2-40B4-BE49-F238E27FC236}">
                  <a16:creationId xmlns:a16="http://schemas.microsoft.com/office/drawing/2014/main" id="{D587C0B8-4462-D45A-CB8F-44109420C667}"/>
                </a:ext>
              </a:extLst>
            </p:cNvPr>
            <p:cNvSpPr/>
            <p:nvPr/>
          </p:nvSpPr>
          <p:spPr>
            <a:xfrm>
              <a:off x="5015658" y="3364515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741;p53">
              <a:extLst>
                <a:ext uri="{FF2B5EF4-FFF2-40B4-BE49-F238E27FC236}">
                  <a16:creationId xmlns:a16="http://schemas.microsoft.com/office/drawing/2014/main" id="{93443490-EEEE-B755-3087-32A4DBCCE93B}"/>
                </a:ext>
              </a:extLst>
            </p:cNvPr>
            <p:cNvSpPr/>
            <p:nvPr/>
          </p:nvSpPr>
          <p:spPr>
            <a:xfrm>
              <a:off x="50156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742;p53">
              <a:extLst>
                <a:ext uri="{FF2B5EF4-FFF2-40B4-BE49-F238E27FC236}">
                  <a16:creationId xmlns:a16="http://schemas.microsoft.com/office/drawing/2014/main" id="{E83458DC-A958-5B66-8749-E6CEB979F985}"/>
                </a:ext>
              </a:extLst>
            </p:cNvPr>
            <p:cNvSpPr/>
            <p:nvPr/>
          </p:nvSpPr>
          <p:spPr>
            <a:xfrm>
              <a:off x="5179494" y="3473865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743;p53">
              <a:extLst>
                <a:ext uri="{FF2B5EF4-FFF2-40B4-BE49-F238E27FC236}">
                  <a16:creationId xmlns:a16="http://schemas.microsoft.com/office/drawing/2014/main" id="{CAD750E9-6A50-D74D-D863-D0995E1CF8C7}"/>
                </a:ext>
              </a:extLst>
            </p:cNvPr>
            <p:cNvSpPr/>
            <p:nvPr/>
          </p:nvSpPr>
          <p:spPr>
            <a:xfrm>
              <a:off x="5124954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744;p53">
              <a:extLst>
                <a:ext uri="{FF2B5EF4-FFF2-40B4-BE49-F238E27FC236}">
                  <a16:creationId xmlns:a16="http://schemas.microsoft.com/office/drawing/2014/main" id="{D16BB1C9-0288-300B-5798-E1112C04BC5D}"/>
                </a:ext>
              </a:extLst>
            </p:cNvPr>
            <p:cNvSpPr/>
            <p:nvPr/>
          </p:nvSpPr>
          <p:spPr>
            <a:xfrm>
              <a:off x="5070288" y="3473865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745;p53">
              <a:extLst>
                <a:ext uri="{FF2B5EF4-FFF2-40B4-BE49-F238E27FC236}">
                  <a16:creationId xmlns:a16="http://schemas.microsoft.com/office/drawing/2014/main" id="{5FBA3F91-A8F3-8B97-5047-4B4FFA76BF69}"/>
                </a:ext>
              </a:extLst>
            </p:cNvPr>
            <p:cNvSpPr/>
            <p:nvPr/>
          </p:nvSpPr>
          <p:spPr>
            <a:xfrm>
              <a:off x="5015604" y="3473865"/>
              <a:ext cx="44748" cy="38237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746;p53">
              <a:extLst>
                <a:ext uri="{FF2B5EF4-FFF2-40B4-BE49-F238E27FC236}">
                  <a16:creationId xmlns:a16="http://schemas.microsoft.com/office/drawing/2014/main" id="{61F33818-FB8D-83FF-A2F5-7B1420C5F768}"/>
                </a:ext>
              </a:extLst>
            </p:cNvPr>
            <p:cNvSpPr/>
            <p:nvPr/>
          </p:nvSpPr>
          <p:spPr>
            <a:xfrm>
              <a:off x="4961081" y="3473865"/>
              <a:ext cx="44586" cy="38237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747;p53">
              <a:extLst>
                <a:ext uri="{FF2B5EF4-FFF2-40B4-BE49-F238E27FC236}">
                  <a16:creationId xmlns:a16="http://schemas.microsoft.com/office/drawing/2014/main" id="{1E050357-8D09-7EF8-1EA0-AB9124730BC7}"/>
                </a:ext>
              </a:extLst>
            </p:cNvPr>
            <p:cNvSpPr/>
            <p:nvPr/>
          </p:nvSpPr>
          <p:spPr>
            <a:xfrm>
              <a:off x="4961081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748;p53">
              <a:extLst>
                <a:ext uri="{FF2B5EF4-FFF2-40B4-BE49-F238E27FC236}">
                  <a16:creationId xmlns:a16="http://schemas.microsoft.com/office/drawing/2014/main" id="{61BFA913-955A-9D21-8997-0CD70D0AE495}"/>
                </a:ext>
              </a:extLst>
            </p:cNvPr>
            <p:cNvSpPr/>
            <p:nvPr/>
          </p:nvSpPr>
          <p:spPr>
            <a:xfrm>
              <a:off x="4906398" y="341919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749;p53">
              <a:extLst>
                <a:ext uri="{FF2B5EF4-FFF2-40B4-BE49-F238E27FC236}">
                  <a16:creationId xmlns:a16="http://schemas.microsoft.com/office/drawing/2014/main" id="{369E7924-5033-5476-CF81-795EA63E02AA}"/>
                </a:ext>
              </a:extLst>
            </p:cNvPr>
            <p:cNvSpPr/>
            <p:nvPr/>
          </p:nvSpPr>
          <p:spPr>
            <a:xfrm>
              <a:off x="4906308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750;p53">
              <a:extLst>
                <a:ext uri="{FF2B5EF4-FFF2-40B4-BE49-F238E27FC236}">
                  <a16:creationId xmlns:a16="http://schemas.microsoft.com/office/drawing/2014/main" id="{3AD1B5A4-E10A-FC34-957F-B88D3ED0697E}"/>
                </a:ext>
              </a:extLst>
            </p:cNvPr>
            <p:cNvSpPr/>
            <p:nvPr/>
          </p:nvSpPr>
          <p:spPr>
            <a:xfrm>
              <a:off x="4851624" y="3364515"/>
              <a:ext cx="44730" cy="38273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751;p53">
              <a:extLst>
                <a:ext uri="{FF2B5EF4-FFF2-40B4-BE49-F238E27FC236}">
                  <a16:creationId xmlns:a16="http://schemas.microsoft.com/office/drawing/2014/main" id="{67FBD2F8-2BF4-E0CB-4896-49159BB44EA6}"/>
                </a:ext>
              </a:extLst>
            </p:cNvPr>
            <p:cNvSpPr/>
            <p:nvPr/>
          </p:nvSpPr>
          <p:spPr>
            <a:xfrm>
              <a:off x="4851624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752;p53">
              <a:extLst>
                <a:ext uri="{FF2B5EF4-FFF2-40B4-BE49-F238E27FC236}">
                  <a16:creationId xmlns:a16="http://schemas.microsoft.com/office/drawing/2014/main" id="{FA45795C-BF9E-FDE6-D7A0-14AB85BCCAB3}"/>
                </a:ext>
              </a:extLst>
            </p:cNvPr>
            <p:cNvSpPr/>
            <p:nvPr/>
          </p:nvSpPr>
          <p:spPr>
            <a:xfrm>
              <a:off x="4796958" y="3309849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753;p53">
              <a:extLst>
                <a:ext uri="{FF2B5EF4-FFF2-40B4-BE49-F238E27FC236}">
                  <a16:creationId xmlns:a16="http://schemas.microsoft.com/office/drawing/2014/main" id="{7D3CF609-4DB0-0BCA-D09F-D37A6463EFD4}"/>
                </a:ext>
              </a:extLst>
            </p:cNvPr>
            <p:cNvSpPr/>
            <p:nvPr/>
          </p:nvSpPr>
          <p:spPr>
            <a:xfrm>
              <a:off x="4796958" y="3255166"/>
              <a:ext cx="44730" cy="38381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754;p53">
              <a:extLst>
                <a:ext uri="{FF2B5EF4-FFF2-40B4-BE49-F238E27FC236}">
                  <a16:creationId xmlns:a16="http://schemas.microsoft.com/office/drawing/2014/main" id="{1BEF5021-CFDF-5600-1DCE-88233D5697B7}"/>
                </a:ext>
              </a:extLst>
            </p:cNvPr>
            <p:cNvSpPr/>
            <p:nvPr/>
          </p:nvSpPr>
          <p:spPr>
            <a:xfrm>
              <a:off x="4906308" y="3255166"/>
              <a:ext cx="44730" cy="38345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755;p53">
              <a:extLst>
                <a:ext uri="{FF2B5EF4-FFF2-40B4-BE49-F238E27FC236}">
                  <a16:creationId xmlns:a16="http://schemas.microsoft.com/office/drawing/2014/main" id="{13085D05-BFFD-D2A8-F483-4E9003E75109}"/>
                </a:ext>
              </a:extLst>
            </p:cNvPr>
            <p:cNvSpPr/>
            <p:nvPr/>
          </p:nvSpPr>
          <p:spPr>
            <a:xfrm>
              <a:off x="4851732" y="32006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756;p53">
              <a:extLst>
                <a:ext uri="{FF2B5EF4-FFF2-40B4-BE49-F238E27FC236}">
                  <a16:creationId xmlns:a16="http://schemas.microsoft.com/office/drawing/2014/main" id="{8148906F-C5D9-3073-E21B-750D9F98C0C0}"/>
                </a:ext>
              </a:extLst>
            </p:cNvPr>
            <p:cNvSpPr/>
            <p:nvPr/>
          </p:nvSpPr>
          <p:spPr>
            <a:xfrm>
              <a:off x="4797048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757;p53">
              <a:extLst>
                <a:ext uri="{FF2B5EF4-FFF2-40B4-BE49-F238E27FC236}">
                  <a16:creationId xmlns:a16="http://schemas.microsoft.com/office/drawing/2014/main" id="{CA836B01-07AB-780C-3DC8-D885D18608C7}"/>
                </a:ext>
              </a:extLst>
            </p:cNvPr>
            <p:cNvSpPr/>
            <p:nvPr/>
          </p:nvSpPr>
          <p:spPr>
            <a:xfrm>
              <a:off x="6108545" y="1998371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758;p53">
              <a:extLst>
                <a:ext uri="{FF2B5EF4-FFF2-40B4-BE49-F238E27FC236}">
                  <a16:creationId xmlns:a16="http://schemas.microsoft.com/office/drawing/2014/main" id="{8CE68AD0-F7BF-D21C-5ADA-FDEA735893F1}"/>
                </a:ext>
              </a:extLst>
            </p:cNvPr>
            <p:cNvSpPr/>
            <p:nvPr/>
          </p:nvSpPr>
          <p:spPr>
            <a:xfrm>
              <a:off x="6054004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759;p53">
              <a:extLst>
                <a:ext uri="{FF2B5EF4-FFF2-40B4-BE49-F238E27FC236}">
                  <a16:creationId xmlns:a16="http://schemas.microsoft.com/office/drawing/2014/main" id="{34340233-8C06-E859-E669-DF44038E09B4}"/>
                </a:ext>
              </a:extLst>
            </p:cNvPr>
            <p:cNvSpPr/>
            <p:nvPr/>
          </p:nvSpPr>
          <p:spPr>
            <a:xfrm>
              <a:off x="6054004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760;p53">
              <a:extLst>
                <a:ext uri="{FF2B5EF4-FFF2-40B4-BE49-F238E27FC236}">
                  <a16:creationId xmlns:a16="http://schemas.microsoft.com/office/drawing/2014/main" id="{63F0651E-B6A5-EE82-79FE-22CC9408BBA1}"/>
                </a:ext>
              </a:extLst>
            </p:cNvPr>
            <p:cNvSpPr/>
            <p:nvPr/>
          </p:nvSpPr>
          <p:spPr>
            <a:xfrm>
              <a:off x="5999339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761;p53">
              <a:extLst>
                <a:ext uri="{FF2B5EF4-FFF2-40B4-BE49-F238E27FC236}">
                  <a16:creationId xmlns:a16="http://schemas.microsoft.com/office/drawing/2014/main" id="{9F12DCAC-5B53-6147-CF75-3D06FB7767BE}"/>
                </a:ext>
              </a:extLst>
            </p:cNvPr>
            <p:cNvSpPr/>
            <p:nvPr/>
          </p:nvSpPr>
          <p:spPr>
            <a:xfrm>
              <a:off x="5999339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762;p53">
              <a:extLst>
                <a:ext uri="{FF2B5EF4-FFF2-40B4-BE49-F238E27FC236}">
                  <a16:creationId xmlns:a16="http://schemas.microsoft.com/office/drawing/2014/main" id="{8A7439D6-BD41-801F-A1AD-8F7D1A821C0A}"/>
                </a:ext>
              </a:extLst>
            </p:cNvPr>
            <p:cNvSpPr/>
            <p:nvPr/>
          </p:nvSpPr>
          <p:spPr>
            <a:xfrm>
              <a:off x="59446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763;p53">
              <a:extLst>
                <a:ext uri="{FF2B5EF4-FFF2-40B4-BE49-F238E27FC236}">
                  <a16:creationId xmlns:a16="http://schemas.microsoft.com/office/drawing/2014/main" id="{15EDA6E8-142F-9549-C6B8-6F0ECCA3014B}"/>
                </a:ext>
              </a:extLst>
            </p:cNvPr>
            <p:cNvSpPr/>
            <p:nvPr/>
          </p:nvSpPr>
          <p:spPr>
            <a:xfrm>
              <a:off x="5944655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764;p53">
              <a:extLst>
                <a:ext uri="{FF2B5EF4-FFF2-40B4-BE49-F238E27FC236}">
                  <a16:creationId xmlns:a16="http://schemas.microsoft.com/office/drawing/2014/main" id="{9D8086A2-C29E-47BC-B91A-6ADA9443C605}"/>
                </a:ext>
              </a:extLst>
            </p:cNvPr>
            <p:cNvSpPr/>
            <p:nvPr/>
          </p:nvSpPr>
          <p:spPr>
            <a:xfrm>
              <a:off x="5889989" y="2053036"/>
              <a:ext cx="44766" cy="38202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765;p53">
              <a:extLst>
                <a:ext uri="{FF2B5EF4-FFF2-40B4-BE49-F238E27FC236}">
                  <a16:creationId xmlns:a16="http://schemas.microsoft.com/office/drawing/2014/main" id="{E3879AC0-EB43-94F0-8C0C-1CC93707C279}"/>
                </a:ext>
              </a:extLst>
            </p:cNvPr>
            <p:cNvSpPr/>
            <p:nvPr/>
          </p:nvSpPr>
          <p:spPr>
            <a:xfrm>
              <a:off x="5889989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766;p53">
              <a:extLst>
                <a:ext uri="{FF2B5EF4-FFF2-40B4-BE49-F238E27FC236}">
                  <a16:creationId xmlns:a16="http://schemas.microsoft.com/office/drawing/2014/main" id="{6DB2113D-52EC-CF67-8446-AF645AEF70BD}"/>
                </a:ext>
              </a:extLst>
            </p:cNvPr>
            <p:cNvSpPr/>
            <p:nvPr/>
          </p:nvSpPr>
          <p:spPr>
            <a:xfrm>
              <a:off x="58354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767;p53">
              <a:extLst>
                <a:ext uri="{FF2B5EF4-FFF2-40B4-BE49-F238E27FC236}">
                  <a16:creationId xmlns:a16="http://schemas.microsoft.com/office/drawing/2014/main" id="{44F503A2-570E-4010-1DA5-70B1C0BE2C62}"/>
                </a:ext>
              </a:extLst>
            </p:cNvPr>
            <p:cNvSpPr/>
            <p:nvPr/>
          </p:nvSpPr>
          <p:spPr>
            <a:xfrm>
              <a:off x="5835449" y="2053036"/>
              <a:ext cx="44640" cy="38202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768;p53">
              <a:extLst>
                <a:ext uri="{FF2B5EF4-FFF2-40B4-BE49-F238E27FC236}">
                  <a16:creationId xmlns:a16="http://schemas.microsoft.com/office/drawing/2014/main" id="{31B64E45-52A4-6E14-50DE-9F066818E9CE}"/>
                </a:ext>
              </a:extLst>
            </p:cNvPr>
            <p:cNvSpPr/>
            <p:nvPr/>
          </p:nvSpPr>
          <p:spPr>
            <a:xfrm>
              <a:off x="5835449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769;p53">
              <a:extLst>
                <a:ext uri="{FF2B5EF4-FFF2-40B4-BE49-F238E27FC236}">
                  <a16:creationId xmlns:a16="http://schemas.microsoft.com/office/drawing/2014/main" id="{7B7A3803-44EE-DFC2-ABCB-8F9EEF51AAD9}"/>
                </a:ext>
              </a:extLst>
            </p:cNvPr>
            <p:cNvSpPr/>
            <p:nvPr/>
          </p:nvSpPr>
          <p:spPr>
            <a:xfrm>
              <a:off x="58354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770;p53">
              <a:extLst>
                <a:ext uri="{FF2B5EF4-FFF2-40B4-BE49-F238E27FC236}">
                  <a16:creationId xmlns:a16="http://schemas.microsoft.com/office/drawing/2014/main" id="{3AF68F1C-ECA0-0C90-EBD1-E01B9446D543}"/>
                </a:ext>
              </a:extLst>
            </p:cNvPr>
            <p:cNvSpPr/>
            <p:nvPr/>
          </p:nvSpPr>
          <p:spPr>
            <a:xfrm>
              <a:off x="5780783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771;p53">
              <a:extLst>
                <a:ext uri="{FF2B5EF4-FFF2-40B4-BE49-F238E27FC236}">
                  <a16:creationId xmlns:a16="http://schemas.microsoft.com/office/drawing/2014/main" id="{D3318946-A324-9691-C884-1E1D03A66E33}"/>
                </a:ext>
              </a:extLst>
            </p:cNvPr>
            <p:cNvSpPr/>
            <p:nvPr/>
          </p:nvSpPr>
          <p:spPr>
            <a:xfrm>
              <a:off x="57807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772;p53">
              <a:extLst>
                <a:ext uri="{FF2B5EF4-FFF2-40B4-BE49-F238E27FC236}">
                  <a16:creationId xmlns:a16="http://schemas.microsoft.com/office/drawing/2014/main" id="{71989263-A234-D2D6-E44F-F75847E520B2}"/>
                </a:ext>
              </a:extLst>
            </p:cNvPr>
            <p:cNvSpPr/>
            <p:nvPr/>
          </p:nvSpPr>
          <p:spPr>
            <a:xfrm>
              <a:off x="578078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773;p53">
              <a:extLst>
                <a:ext uri="{FF2B5EF4-FFF2-40B4-BE49-F238E27FC236}">
                  <a16:creationId xmlns:a16="http://schemas.microsoft.com/office/drawing/2014/main" id="{7867C17B-4EEE-DDFC-9528-B3FB00C29912}"/>
                </a:ext>
              </a:extLst>
            </p:cNvPr>
            <p:cNvSpPr/>
            <p:nvPr/>
          </p:nvSpPr>
          <p:spPr>
            <a:xfrm>
              <a:off x="57807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774;p53">
              <a:extLst>
                <a:ext uri="{FF2B5EF4-FFF2-40B4-BE49-F238E27FC236}">
                  <a16:creationId xmlns:a16="http://schemas.microsoft.com/office/drawing/2014/main" id="{CF1E4A94-6D5D-1A37-E8A1-CEE0DC6D1502}"/>
                </a:ext>
              </a:extLst>
            </p:cNvPr>
            <p:cNvSpPr/>
            <p:nvPr/>
          </p:nvSpPr>
          <p:spPr>
            <a:xfrm>
              <a:off x="5725955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775;p53">
              <a:extLst>
                <a:ext uri="{FF2B5EF4-FFF2-40B4-BE49-F238E27FC236}">
                  <a16:creationId xmlns:a16="http://schemas.microsoft.com/office/drawing/2014/main" id="{294F24F4-F4E4-8678-D68F-B232C9A5084E}"/>
                </a:ext>
              </a:extLst>
            </p:cNvPr>
            <p:cNvSpPr/>
            <p:nvPr/>
          </p:nvSpPr>
          <p:spPr>
            <a:xfrm>
              <a:off x="5725955" y="2162243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776;p53">
              <a:extLst>
                <a:ext uri="{FF2B5EF4-FFF2-40B4-BE49-F238E27FC236}">
                  <a16:creationId xmlns:a16="http://schemas.microsoft.com/office/drawing/2014/main" id="{77F37876-DD14-A0F5-2C2C-3F7CFB832136}"/>
                </a:ext>
              </a:extLst>
            </p:cNvPr>
            <p:cNvSpPr/>
            <p:nvPr/>
          </p:nvSpPr>
          <p:spPr>
            <a:xfrm>
              <a:off x="5725955" y="2053036"/>
              <a:ext cx="44784" cy="38202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777;p53">
              <a:extLst>
                <a:ext uri="{FF2B5EF4-FFF2-40B4-BE49-F238E27FC236}">
                  <a16:creationId xmlns:a16="http://schemas.microsoft.com/office/drawing/2014/main" id="{6BEB51F6-2306-7759-EA85-EEB4C712B3B3}"/>
                </a:ext>
              </a:extLst>
            </p:cNvPr>
            <p:cNvSpPr/>
            <p:nvPr/>
          </p:nvSpPr>
          <p:spPr>
            <a:xfrm>
              <a:off x="5725955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778;p53">
              <a:extLst>
                <a:ext uri="{FF2B5EF4-FFF2-40B4-BE49-F238E27FC236}">
                  <a16:creationId xmlns:a16="http://schemas.microsoft.com/office/drawing/2014/main" id="{C4BC26FC-45C4-D331-88AA-3381D58EC07C}"/>
                </a:ext>
              </a:extLst>
            </p:cNvPr>
            <p:cNvSpPr/>
            <p:nvPr/>
          </p:nvSpPr>
          <p:spPr>
            <a:xfrm>
              <a:off x="5671433" y="2271592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779;p53">
              <a:extLst>
                <a:ext uri="{FF2B5EF4-FFF2-40B4-BE49-F238E27FC236}">
                  <a16:creationId xmlns:a16="http://schemas.microsoft.com/office/drawing/2014/main" id="{6D8C82F8-5A90-0148-6895-72C39F75FFCF}"/>
                </a:ext>
              </a:extLst>
            </p:cNvPr>
            <p:cNvSpPr/>
            <p:nvPr/>
          </p:nvSpPr>
          <p:spPr>
            <a:xfrm>
              <a:off x="5671433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780;p53">
              <a:extLst>
                <a:ext uri="{FF2B5EF4-FFF2-40B4-BE49-F238E27FC236}">
                  <a16:creationId xmlns:a16="http://schemas.microsoft.com/office/drawing/2014/main" id="{D10A3C63-3BEF-8929-B157-D65E72A7A71E}"/>
                </a:ext>
              </a:extLst>
            </p:cNvPr>
            <p:cNvSpPr/>
            <p:nvPr/>
          </p:nvSpPr>
          <p:spPr>
            <a:xfrm>
              <a:off x="567143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781;p53">
              <a:extLst>
                <a:ext uri="{FF2B5EF4-FFF2-40B4-BE49-F238E27FC236}">
                  <a16:creationId xmlns:a16="http://schemas.microsoft.com/office/drawing/2014/main" id="{61EBCFAD-DD09-7846-5F9F-0A92F1A6D41A}"/>
                </a:ext>
              </a:extLst>
            </p:cNvPr>
            <p:cNvSpPr/>
            <p:nvPr/>
          </p:nvSpPr>
          <p:spPr>
            <a:xfrm>
              <a:off x="5671433" y="2053036"/>
              <a:ext cx="44622" cy="38202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782;p53">
              <a:extLst>
                <a:ext uri="{FF2B5EF4-FFF2-40B4-BE49-F238E27FC236}">
                  <a16:creationId xmlns:a16="http://schemas.microsoft.com/office/drawing/2014/main" id="{26D24A9D-488B-7D53-4AEB-F07F790D6881}"/>
                </a:ext>
              </a:extLst>
            </p:cNvPr>
            <p:cNvSpPr/>
            <p:nvPr/>
          </p:nvSpPr>
          <p:spPr>
            <a:xfrm>
              <a:off x="567143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783;p53">
              <a:extLst>
                <a:ext uri="{FF2B5EF4-FFF2-40B4-BE49-F238E27FC236}">
                  <a16:creationId xmlns:a16="http://schemas.microsoft.com/office/drawing/2014/main" id="{BFB6ABE8-20B8-386F-803F-E9C1CE52C673}"/>
                </a:ext>
              </a:extLst>
            </p:cNvPr>
            <p:cNvSpPr/>
            <p:nvPr/>
          </p:nvSpPr>
          <p:spPr>
            <a:xfrm>
              <a:off x="5616749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784;p53">
              <a:extLst>
                <a:ext uri="{FF2B5EF4-FFF2-40B4-BE49-F238E27FC236}">
                  <a16:creationId xmlns:a16="http://schemas.microsoft.com/office/drawing/2014/main" id="{8CC0C8F2-19CD-414C-EB07-38B507C12B15}"/>
                </a:ext>
              </a:extLst>
            </p:cNvPr>
            <p:cNvSpPr/>
            <p:nvPr/>
          </p:nvSpPr>
          <p:spPr>
            <a:xfrm>
              <a:off x="5616749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785;p53">
              <a:extLst>
                <a:ext uri="{FF2B5EF4-FFF2-40B4-BE49-F238E27FC236}">
                  <a16:creationId xmlns:a16="http://schemas.microsoft.com/office/drawing/2014/main" id="{446ACF5D-3A3A-5B08-DC3A-68A495BA7042}"/>
                </a:ext>
              </a:extLst>
            </p:cNvPr>
            <p:cNvSpPr/>
            <p:nvPr/>
          </p:nvSpPr>
          <p:spPr>
            <a:xfrm>
              <a:off x="5562083" y="210755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786;p53">
              <a:extLst>
                <a:ext uri="{FF2B5EF4-FFF2-40B4-BE49-F238E27FC236}">
                  <a16:creationId xmlns:a16="http://schemas.microsoft.com/office/drawing/2014/main" id="{E95D6792-FB5D-4EB3-41A5-183DF8910452}"/>
                </a:ext>
              </a:extLst>
            </p:cNvPr>
            <p:cNvSpPr/>
            <p:nvPr/>
          </p:nvSpPr>
          <p:spPr>
            <a:xfrm>
              <a:off x="5562083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787;p53">
              <a:extLst>
                <a:ext uri="{FF2B5EF4-FFF2-40B4-BE49-F238E27FC236}">
                  <a16:creationId xmlns:a16="http://schemas.microsoft.com/office/drawing/2014/main" id="{9257F7B0-70EA-1455-1CB0-0F960704E64F}"/>
                </a:ext>
              </a:extLst>
            </p:cNvPr>
            <p:cNvSpPr/>
            <p:nvPr/>
          </p:nvSpPr>
          <p:spPr>
            <a:xfrm>
              <a:off x="5562083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788;p53">
              <a:extLst>
                <a:ext uri="{FF2B5EF4-FFF2-40B4-BE49-F238E27FC236}">
                  <a16:creationId xmlns:a16="http://schemas.microsoft.com/office/drawing/2014/main" id="{399280D3-8ED5-F821-10CC-481F726FD2FE}"/>
                </a:ext>
              </a:extLst>
            </p:cNvPr>
            <p:cNvSpPr/>
            <p:nvPr/>
          </p:nvSpPr>
          <p:spPr>
            <a:xfrm>
              <a:off x="5507399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789;p53">
              <a:extLst>
                <a:ext uri="{FF2B5EF4-FFF2-40B4-BE49-F238E27FC236}">
                  <a16:creationId xmlns:a16="http://schemas.microsoft.com/office/drawing/2014/main" id="{8EBE0B63-D561-4F50-7E8D-F8985276B1D5}"/>
                </a:ext>
              </a:extLst>
            </p:cNvPr>
            <p:cNvSpPr/>
            <p:nvPr/>
          </p:nvSpPr>
          <p:spPr>
            <a:xfrm>
              <a:off x="5507399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790;p53">
              <a:extLst>
                <a:ext uri="{FF2B5EF4-FFF2-40B4-BE49-F238E27FC236}">
                  <a16:creationId xmlns:a16="http://schemas.microsoft.com/office/drawing/2014/main" id="{DA683929-BC62-6D40-7B0E-8E9F2FF370B3}"/>
                </a:ext>
              </a:extLst>
            </p:cNvPr>
            <p:cNvSpPr/>
            <p:nvPr/>
          </p:nvSpPr>
          <p:spPr>
            <a:xfrm>
              <a:off x="5452716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791;p53">
              <a:extLst>
                <a:ext uri="{FF2B5EF4-FFF2-40B4-BE49-F238E27FC236}">
                  <a16:creationId xmlns:a16="http://schemas.microsoft.com/office/drawing/2014/main" id="{86DCEDBE-BB8C-8A3C-9E10-CC3059DBD51A}"/>
                </a:ext>
              </a:extLst>
            </p:cNvPr>
            <p:cNvSpPr/>
            <p:nvPr/>
          </p:nvSpPr>
          <p:spPr>
            <a:xfrm>
              <a:off x="5452716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792;p53">
              <a:extLst>
                <a:ext uri="{FF2B5EF4-FFF2-40B4-BE49-F238E27FC236}">
                  <a16:creationId xmlns:a16="http://schemas.microsoft.com/office/drawing/2014/main" id="{C619AD02-2360-0E7F-9EDF-87B9AB05B927}"/>
                </a:ext>
              </a:extLst>
            </p:cNvPr>
            <p:cNvSpPr/>
            <p:nvPr/>
          </p:nvSpPr>
          <p:spPr>
            <a:xfrm>
              <a:off x="5452716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793;p53">
              <a:extLst>
                <a:ext uri="{FF2B5EF4-FFF2-40B4-BE49-F238E27FC236}">
                  <a16:creationId xmlns:a16="http://schemas.microsoft.com/office/drawing/2014/main" id="{A98E3FAE-E4C9-8C4E-4577-ABDE59E69084}"/>
                </a:ext>
              </a:extLst>
            </p:cNvPr>
            <p:cNvSpPr/>
            <p:nvPr/>
          </p:nvSpPr>
          <p:spPr>
            <a:xfrm>
              <a:off x="5452716" y="2216926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794;p53">
              <a:extLst>
                <a:ext uri="{FF2B5EF4-FFF2-40B4-BE49-F238E27FC236}">
                  <a16:creationId xmlns:a16="http://schemas.microsoft.com/office/drawing/2014/main" id="{81F3B5D0-2C50-D3F4-DB40-7D8C92CD581E}"/>
                </a:ext>
              </a:extLst>
            </p:cNvPr>
            <p:cNvSpPr/>
            <p:nvPr/>
          </p:nvSpPr>
          <p:spPr>
            <a:xfrm>
              <a:off x="5452716" y="2107559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795;p53">
              <a:extLst>
                <a:ext uri="{FF2B5EF4-FFF2-40B4-BE49-F238E27FC236}">
                  <a16:creationId xmlns:a16="http://schemas.microsoft.com/office/drawing/2014/main" id="{0BA02A7A-A40E-5CD5-C317-7E3EB55BAB92}"/>
                </a:ext>
              </a:extLst>
            </p:cNvPr>
            <p:cNvSpPr/>
            <p:nvPr/>
          </p:nvSpPr>
          <p:spPr>
            <a:xfrm>
              <a:off x="5452716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796;p53">
              <a:extLst>
                <a:ext uri="{FF2B5EF4-FFF2-40B4-BE49-F238E27FC236}">
                  <a16:creationId xmlns:a16="http://schemas.microsoft.com/office/drawing/2014/main" id="{E34218C8-ED43-4A20-A98E-EBE82DF37E27}"/>
                </a:ext>
              </a:extLst>
            </p:cNvPr>
            <p:cNvSpPr/>
            <p:nvPr/>
          </p:nvSpPr>
          <p:spPr>
            <a:xfrm>
              <a:off x="5452716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797;p53">
              <a:extLst>
                <a:ext uri="{FF2B5EF4-FFF2-40B4-BE49-F238E27FC236}">
                  <a16:creationId xmlns:a16="http://schemas.microsoft.com/office/drawing/2014/main" id="{AFFC4200-B829-BDE0-1CDB-108EEF5F71D1}"/>
                </a:ext>
              </a:extLst>
            </p:cNvPr>
            <p:cNvSpPr/>
            <p:nvPr/>
          </p:nvSpPr>
          <p:spPr>
            <a:xfrm>
              <a:off x="5398193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798;p53">
              <a:extLst>
                <a:ext uri="{FF2B5EF4-FFF2-40B4-BE49-F238E27FC236}">
                  <a16:creationId xmlns:a16="http://schemas.microsoft.com/office/drawing/2014/main" id="{A66D9245-06E2-2B80-271E-6ED580F072A3}"/>
                </a:ext>
              </a:extLst>
            </p:cNvPr>
            <p:cNvSpPr/>
            <p:nvPr/>
          </p:nvSpPr>
          <p:spPr>
            <a:xfrm>
              <a:off x="5398193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799;p53">
              <a:extLst>
                <a:ext uri="{FF2B5EF4-FFF2-40B4-BE49-F238E27FC236}">
                  <a16:creationId xmlns:a16="http://schemas.microsoft.com/office/drawing/2014/main" id="{F7DADAC0-61A9-6F3D-8564-2BCA4A6E74EC}"/>
                </a:ext>
              </a:extLst>
            </p:cNvPr>
            <p:cNvSpPr/>
            <p:nvPr/>
          </p:nvSpPr>
          <p:spPr>
            <a:xfrm>
              <a:off x="5398193" y="2326115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800;p53">
              <a:extLst>
                <a:ext uri="{FF2B5EF4-FFF2-40B4-BE49-F238E27FC236}">
                  <a16:creationId xmlns:a16="http://schemas.microsoft.com/office/drawing/2014/main" id="{C33CC905-5B79-8896-AE5E-72F603C24011}"/>
                </a:ext>
              </a:extLst>
            </p:cNvPr>
            <p:cNvSpPr/>
            <p:nvPr/>
          </p:nvSpPr>
          <p:spPr>
            <a:xfrm>
              <a:off x="5398193" y="2271592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801;p53">
              <a:extLst>
                <a:ext uri="{FF2B5EF4-FFF2-40B4-BE49-F238E27FC236}">
                  <a16:creationId xmlns:a16="http://schemas.microsoft.com/office/drawing/2014/main" id="{9F3B3141-4E8C-D4F3-1CB3-4591B5C66C5D}"/>
                </a:ext>
              </a:extLst>
            </p:cNvPr>
            <p:cNvSpPr/>
            <p:nvPr/>
          </p:nvSpPr>
          <p:spPr>
            <a:xfrm>
              <a:off x="5398193" y="216224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802;p53">
              <a:extLst>
                <a:ext uri="{FF2B5EF4-FFF2-40B4-BE49-F238E27FC236}">
                  <a16:creationId xmlns:a16="http://schemas.microsoft.com/office/drawing/2014/main" id="{30674058-11E5-87D0-857A-7985532D9B8D}"/>
                </a:ext>
              </a:extLst>
            </p:cNvPr>
            <p:cNvSpPr/>
            <p:nvPr/>
          </p:nvSpPr>
          <p:spPr>
            <a:xfrm>
              <a:off x="5398193" y="2107559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803;p53">
              <a:extLst>
                <a:ext uri="{FF2B5EF4-FFF2-40B4-BE49-F238E27FC236}">
                  <a16:creationId xmlns:a16="http://schemas.microsoft.com/office/drawing/2014/main" id="{E642BFE6-69DE-A37A-A55E-196B4893B109}"/>
                </a:ext>
              </a:extLst>
            </p:cNvPr>
            <p:cNvSpPr/>
            <p:nvPr/>
          </p:nvSpPr>
          <p:spPr>
            <a:xfrm>
              <a:off x="53981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804;p53">
              <a:extLst>
                <a:ext uri="{FF2B5EF4-FFF2-40B4-BE49-F238E27FC236}">
                  <a16:creationId xmlns:a16="http://schemas.microsoft.com/office/drawing/2014/main" id="{6C906EA2-334D-7F2C-77F4-D8373DFDE54E}"/>
                </a:ext>
              </a:extLst>
            </p:cNvPr>
            <p:cNvSpPr/>
            <p:nvPr/>
          </p:nvSpPr>
          <p:spPr>
            <a:xfrm>
              <a:off x="5343527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805;p53">
              <a:extLst>
                <a:ext uri="{FF2B5EF4-FFF2-40B4-BE49-F238E27FC236}">
                  <a16:creationId xmlns:a16="http://schemas.microsoft.com/office/drawing/2014/main" id="{2158DCC5-3B0D-7E9D-1CE7-1AA998FB0333}"/>
                </a:ext>
              </a:extLst>
            </p:cNvPr>
            <p:cNvSpPr/>
            <p:nvPr/>
          </p:nvSpPr>
          <p:spPr>
            <a:xfrm>
              <a:off x="5343527" y="265418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806;p53">
              <a:extLst>
                <a:ext uri="{FF2B5EF4-FFF2-40B4-BE49-F238E27FC236}">
                  <a16:creationId xmlns:a16="http://schemas.microsoft.com/office/drawing/2014/main" id="{BAEAD24C-3441-4647-52EC-F8FB9BC1D19B}"/>
                </a:ext>
              </a:extLst>
            </p:cNvPr>
            <p:cNvSpPr/>
            <p:nvPr/>
          </p:nvSpPr>
          <p:spPr>
            <a:xfrm>
              <a:off x="5343527" y="2380799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807;p53">
              <a:extLst>
                <a:ext uri="{FF2B5EF4-FFF2-40B4-BE49-F238E27FC236}">
                  <a16:creationId xmlns:a16="http://schemas.microsoft.com/office/drawing/2014/main" id="{4393FE3D-A16D-DD22-3F7E-E27EF81E33A4}"/>
                </a:ext>
              </a:extLst>
            </p:cNvPr>
            <p:cNvSpPr/>
            <p:nvPr/>
          </p:nvSpPr>
          <p:spPr>
            <a:xfrm>
              <a:off x="5343527" y="2326115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808;p53">
              <a:extLst>
                <a:ext uri="{FF2B5EF4-FFF2-40B4-BE49-F238E27FC236}">
                  <a16:creationId xmlns:a16="http://schemas.microsoft.com/office/drawing/2014/main" id="{E5562614-EA7B-859D-1032-A3B6D3EB9D0E}"/>
                </a:ext>
              </a:extLst>
            </p:cNvPr>
            <p:cNvSpPr/>
            <p:nvPr/>
          </p:nvSpPr>
          <p:spPr>
            <a:xfrm>
              <a:off x="5343527" y="2271592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809;p53">
              <a:extLst>
                <a:ext uri="{FF2B5EF4-FFF2-40B4-BE49-F238E27FC236}">
                  <a16:creationId xmlns:a16="http://schemas.microsoft.com/office/drawing/2014/main" id="{1E7049B9-7DDC-6729-E0A9-F1C2504C05C2}"/>
                </a:ext>
              </a:extLst>
            </p:cNvPr>
            <p:cNvSpPr/>
            <p:nvPr/>
          </p:nvSpPr>
          <p:spPr>
            <a:xfrm>
              <a:off x="5343527" y="2216926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810;p53">
              <a:extLst>
                <a:ext uri="{FF2B5EF4-FFF2-40B4-BE49-F238E27FC236}">
                  <a16:creationId xmlns:a16="http://schemas.microsoft.com/office/drawing/2014/main" id="{75F46773-7DAA-9A25-F3E0-D9FFCFC06576}"/>
                </a:ext>
              </a:extLst>
            </p:cNvPr>
            <p:cNvSpPr/>
            <p:nvPr/>
          </p:nvSpPr>
          <p:spPr>
            <a:xfrm>
              <a:off x="5343527" y="2162243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811;p53">
              <a:extLst>
                <a:ext uri="{FF2B5EF4-FFF2-40B4-BE49-F238E27FC236}">
                  <a16:creationId xmlns:a16="http://schemas.microsoft.com/office/drawing/2014/main" id="{54C32C1C-15E3-6840-FD59-6D0A1DEE09B6}"/>
                </a:ext>
              </a:extLst>
            </p:cNvPr>
            <p:cNvSpPr/>
            <p:nvPr/>
          </p:nvSpPr>
          <p:spPr>
            <a:xfrm>
              <a:off x="5343527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812;p53">
              <a:extLst>
                <a:ext uri="{FF2B5EF4-FFF2-40B4-BE49-F238E27FC236}">
                  <a16:creationId xmlns:a16="http://schemas.microsoft.com/office/drawing/2014/main" id="{79C4F789-CCC0-9F96-74D0-DD724EAEA36A}"/>
                </a:ext>
              </a:extLst>
            </p:cNvPr>
            <p:cNvSpPr/>
            <p:nvPr/>
          </p:nvSpPr>
          <p:spPr>
            <a:xfrm>
              <a:off x="528884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813;p53">
              <a:extLst>
                <a:ext uri="{FF2B5EF4-FFF2-40B4-BE49-F238E27FC236}">
                  <a16:creationId xmlns:a16="http://schemas.microsoft.com/office/drawing/2014/main" id="{BFDBFB63-AADC-B472-0D5E-0C21365258A0}"/>
                </a:ext>
              </a:extLst>
            </p:cNvPr>
            <p:cNvSpPr/>
            <p:nvPr/>
          </p:nvSpPr>
          <p:spPr>
            <a:xfrm>
              <a:off x="528884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814;p53">
              <a:extLst>
                <a:ext uri="{FF2B5EF4-FFF2-40B4-BE49-F238E27FC236}">
                  <a16:creationId xmlns:a16="http://schemas.microsoft.com/office/drawing/2014/main" id="{3479E5B5-3D92-B6A0-67E9-0E858F875A16}"/>
                </a:ext>
              </a:extLst>
            </p:cNvPr>
            <p:cNvSpPr/>
            <p:nvPr/>
          </p:nvSpPr>
          <p:spPr>
            <a:xfrm>
              <a:off x="5288844" y="2435482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815;p53">
              <a:extLst>
                <a:ext uri="{FF2B5EF4-FFF2-40B4-BE49-F238E27FC236}">
                  <a16:creationId xmlns:a16="http://schemas.microsoft.com/office/drawing/2014/main" id="{6A0F9B4F-5D3F-AF96-A6F5-82D227739A83}"/>
                </a:ext>
              </a:extLst>
            </p:cNvPr>
            <p:cNvSpPr/>
            <p:nvPr/>
          </p:nvSpPr>
          <p:spPr>
            <a:xfrm>
              <a:off x="528884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816;p53">
              <a:extLst>
                <a:ext uri="{FF2B5EF4-FFF2-40B4-BE49-F238E27FC236}">
                  <a16:creationId xmlns:a16="http://schemas.microsoft.com/office/drawing/2014/main" id="{34D32E07-08AD-3083-9077-319D4EC8CB1E}"/>
                </a:ext>
              </a:extLst>
            </p:cNvPr>
            <p:cNvSpPr/>
            <p:nvPr/>
          </p:nvSpPr>
          <p:spPr>
            <a:xfrm>
              <a:off x="5234160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817;p53">
              <a:extLst>
                <a:ext uri="{FF2B5EF4-FFF2-40B4-BE49-F238E27FC236}">
                  <a16:creationId xmlns:a16="http://schemas.microsoft.com/office/drawing/2014/main" id="{3F773080-23E0-3D87-E5D1-C3DC6405B123}"/>
                </a:ext>
              </a:extLst>
            </p:cNvPr>
            <p:cNvSpPr/>
            <p:nvPr/>
          </p:nvSpPr>
          <p:spPr>
            <a:xfrm>
              <a:off x="5234160" y="2544832"/>
              <a:ext cx="44891" cy="38327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818;p53">
              <a:extLst>
                <a:ext uri="{FF2B5EF4-FFF2-40B4-BE49-F238E27FC236}">
                  <a16:creationId xmlns:a16="http://schemas.microsoft.com/office/drawing/2014/main" id="{0F53E7CD-1F81-8BBF-C402-24671D179213}"/>
                </a:ext>
              </a:extLst>
            </p:cNvPr>
            <p:cNvSpPr/>
            <p:nvPr/>
          </p:nvSpPr>
          <p:spPr>
            <a:xfrm>
              <a:off x="5234160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819;p53">
              <a:extLst>
                <a:ext uri="{FF2B5EF4-FFF2-40B4-BE49-F238E27FC236}">
                  <a16:creationId xmlns:a16="http://schemas.microsoft.com/office/drawing/2014/main" id="{73B2B038-631A-D78C-B7B7-79CF1C392FD9}"/>
                </a:ext>
              </a:extLst>
            </p:cNvPr>
            <p:cNvSpPr/>
            <p:nvPr/>
          </p:nvSpPr>
          <p:spPr>
            <a:xfrm>
              <a:off x="5234160" y="2435482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820;p53">
              <a:extLst>
                <a:ext uri="{FF2B5EF4-FFF2-40B4-BE49-F238E27FC236}">
                  <a16:creationId xmlns:a16="http://schemas.microsoft.com/office/drawing/2014/main" id="{BD5DA17E-8E2D-BEB4-0869-9316068F61AD}"/>
                </a:ext>
              </a:extLst>
            </p:cNvPr>
            <p:cNvSpPr/>
            <p:nvPr/>
          </p:nvSpPr>
          <p:spPr>
            <a:xfrm>
              <a:off x="5234160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821;p53">
              <a:extLst>
                <a:ext uri="{FF2B5EF4-FFF2-40B4-BE49-F238E27FC236}">
                  <a16:creationId xmlns:a16="http://schemas.microsoft.com/office/drawing/2014/main" id="{D24BA7E3-1B93-9FDF-C595-D158466D1487}"/>
                </a:ext>
              </a:extLst>
            </p:cNvPr>
            <p:cNvSpPr/>
            <p:nvPr/>
          </p:nvSpPr>
          <p:spPr>
            <a:xfrm>
              <a:off x="5179494" y="249014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822;p53">
              <a:extLst>
                <a:ext uri="{FF2B5EF4-FFF2-40B4-BE49-F238E27FC236}">
                  <a16:creationId xmlns:a16="http://schemas.microsoft.com/office/drawing/2014/main" id="{0E40FAF6-816A-CFB9-6172-2F6835FB2666}"/>
                </a:ext>
              </a:extLst>
            </p:cNvPr>
            <p:cNvSpPr/>
            <p:nvPr/>
          </p:nvSpPr>
          <p:spPr>
            <a:xfrm>
              <a:off x="5179494" y="1889003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823;p53">
              <a:extLst>
                <a:ext uri="{FF2B5EF4-FFF2-40B4-BE49-F238E27FC236}">
                  <a16:creationId xmlns:a16="http://schemas.microsoft.com/office/drawing/2014/main" id="{2966CABB-161B-398C-A23E-DCF3F7F3BC0B}"/>
                </a:ext>
              </a:extLst>
            </p:cNvPr>
            <p:cNvSpPr/>
            <p:nvPr/>
          </p:nvSpPr>
          <p:spPr>
            <a:xfrm>
              <a:off x="5124954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824;p53">
              <a:extLst>
                <a:ext uri="{FF2B5EF4-FFF2-40B4-BE49-F238E27FC236}">
                  <a16:creationId xmlns:a16="http://schemas.microsoft.com/office/drawing/2014/main" id="{4CBE12A4-CCE5-58C1-EC3F-9A987F67F5B6}"/>
                </a:ext>
              </a:extLst>
            </p:cNvPr>
            <p:cNvSpPr/>
            <p:nvPr/>
          </p:nvSpPr>
          <p:spPr>
            <a:xfrm>
              <a:off x="5124954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825;p53">
              <a:extLst>
                <a:ext uri="{FF2B5EF4-FFF2-40B4-BE49-F238E27FC236}">
                  <a16:creationId xmlns:a16="http://schemas.microsoft.com/office/drawing/2014/main" id="{BF63933A-4CA3-1FDD-BE84-2B1E9810A059}"/>
                </a:ext>
              </a:extLst>
            </p:cNvPr>
            <p:cNvSpPr/>
            <p:nvPr/>
          </p:nvSpPr>
          <p:spPr>
            <a:xfrm>
              <a:off x="5124954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826;p53">
              <a:extLst>
                <a:ext uri="{FF2B5EF4-FFF2-40B4-BE49-F238E27FC236}">
                  <a16:creationId xmlns:a16="http://schemas.microsoft.com/office/drawing/2014/main" id="{D6C30D4C-285C-FB02-7312-A91BF65C4EF0}"/>
                </a:ext>
              </a:extLst>
            </p:cNvPr>
            <p:cNvSpPr/>
            <p:nvPr/>
          </p:nvSpPr>
          <p:spPr>
            <a:xfrm>
              <a:off x="5124954" y="249014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827;p53">
              <a:extLst>
                <a:ext uri="{FF2B5EF4-FFF2-40B4-BE49-F238E27FC236}">
                  <a16:creationId xmlns:a16="http://schemas.microsoft.com/office/drawing/2014/main" id="{377B30F4-8D99-845B-1B9D-BE6EA70E4DFD}"/>
                </a:ext>
              </a:extLst>
            </p:cNvPr>
            <p:cNvSpPr/>
            <p:nvPr/>
          </p:nvSpPr>
          <p:spPr>
            <a:xfrm>
              <a:off x="5124954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828;p53">
              <a:extLst>
                <a:ext uri="{FF2B5EF4-FFF2-40B4-BE49-F238E27FC236}">
                  <a16:creationId xmlns:a16="http://schemas.microsoft.com/office/drawing/2014/main" id="{9F20B18C-8287-3625-34D7-4D4C88894835}"/>
                </a:ext>
              </a:extLst>
            </p:cNvPr>
            <p:cNvSpPr/>
            <p:nvPr/>
          </p:nvSpPr>
          <p:spPr>
            <a:xfrm>
              <a:off x="5070288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829;p53">
              <a:extLst>
                <a:ext uri="{FF2B5EF4-FFF2-40B4-BE49-F238E27FC236}">
                  <a16:creationId xmlns:a16="http://schemas.microsoft.com/office/drawing/2014/main" id="{3FC1AFF5-C910-E382-5DF4-021695F39C06}"/>
                </a:ext>
              </a:extLst>
            </p:cNvPr>
            <p:cNvSpPr/>
            <p:nvPr/>
          </p:nvSpPr>
          <p:spPr>
            <a:xfrm>
              <a:off x="5070288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830;p53">
              <a:extLst>
                <a:ext uri="{FF2B5EF4-FFF2-40B4-BE49-F238E27FC236}">
                  <a16:creationId xmlns:a16="http://schemas.microsoft.com/office/drawing/2014/main" id="{62E702AA-8A65-A39D-199C-8ACFC60105AE}"/>
                </a:ext>
              </a:extLst>
            </p:cNvPr>
            <p:cNvSpPr/>
            <p:nvPr/>
          </p:nvSpPr>
          <p:spPr>
            <a:xfrm>
              <a:off x="5070288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831;p53">
              <a:extLst>
                <a:ext uri="{FF2B5EF4-FFF2-40B4-BE49-F238E27FC236}">
                  <a16:creationId xmlns:a16="http://schemas.microsoft.com/office/drawing/2014/main" id="{46701280-BBA3-C4E9-A140-CBD3AF889228}"/>
                </a:ext>
              </a:extLst>
            </p:cNvPr>
            <p:cNvSpPr/>
            <p:nvPr/>
          </p:nvSpPr>
          <p:spPr>
            <a:xfrm>
              <a:off x="5070288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832;p53">
              <a:extLst>
                <a:ext uri="{FF2B5EF4-FFF2-40B4-BE49-F238E27FC236}">
                  <a16:creationId xmlns:a16="http://schemas.microsoft.com/office/drawing/2014/main" id="{A1CA570B-23D9-FB92-AD2E-FAA9EB319CE5}"/>
                </a:ext>
              </a:extLst>
            </p:cNvPr>
            <p:cNvSpPr/>
            <p:nvPr/>
          </p:nvSpPr>
          <p:spPr>
            <a:xfrm>
              <a:off x="5070288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833;p53">
              <a:extLst>
                <a:ext uri="{FF2B5EF4-FFF2-40B4-BE49-F238E27FC236}">
                  <a16:creationId xmlns:a16="http://schemas.microsoft.com/office/drawing/2014/main" id="{CEA8FD2C-B29D-F1C8-E00A-384438B798E6}"/>
                </a:ext>
              </a:extLst>
            </p:cNvPr>
            <p:cNvSpPr/>
            <p:nvPr/>
          </p:nvSpPr>
          <p:spPr>
            <a:xfrm>
              <a:off x="5070288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834;p53">
              <a:extLst>
                <a:ext uri="{FF2B5EF4-FFF2-40B4-BE49-F238E27FC236}">
                  <a16:creationId xmlns:a16="http://schemas.microsoft.com/office/drawing/2014/main" id="{CF26F91F-FA0E-5975-9F1A-740CD261DC74}"/>
                </a:ext>
              </a:extLst>
            </p:cNvPr>
            <p:cNvSpPr/>
            <p:nvPr/>
          </p:nvSpPr>
          <p:spPr>
            <a:xfrm>
              <a:off x="507028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835;p53">
              <a:extLst>
                <a:ext uri="{FF2B5EF4-FFF2-40B4-BE49-F238E27FC236}">
                  <a16:creationId xmlns:a16="http://schemas.microsoft.com/office/drawing/2014/main" id="{7BE71D70-77C4-4348-9C91-265D1E06F754}"/>
                </a:ext>
              </a:extLst>
            </p:cNvPr>
            <p:cNvSpPr/>
            <p:nvPr/>
          </p:nvSpPr>
          <p:spPr>
            <a:xfrm>
              <a:off x="5015765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836;p53">
              <a:extLst>
                <a:ext uri="{FF2B5EF4-FFF2-40B4-BE49-F238E27FC236}">
                  <a16:creationId xmlns:a16="http://schemas.microsoft.com/office/drawing/2014/main" id="{BC9A6483-7BCF-5D4C-BE16-7B285BAE2D85}"/>
                </a:ext>
              </a:extLst>
            </p:cNvPr>
            <p:cNvSpPr/>
            <p:nvPr/>
          </p:nvSpPr>
          <p:spPr>
            <a:xfrm>
              <a:off x="5015765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837;p53">
              <a:extLst>
                <a:ext uri="{FF2B5EF4-FFF2-40B4-BE49-F238E27FC236}">
                  <a16:creationId xmlns:a16="http://schemas.microsoft.com/office/drawing/2014/main" id="{A13ACCB4-E159-408E-3995-68C402295941}"/>
                </a:ext>
              </a:extLst>
            </p:cNvPr>
            <p:cNvSpPr/>
            <p:nvPr/>
          </p:nvSpPr>
          <p:spPr>
            <a:xfrm>
              <a:off x="501565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838;p53">
              <a:extLst>
                <a:ext uri="{FF2B5EF4-FFF2-40B4-BE49-F238E27FC236}">
                  <a16:creationId xmlns:a16="http://schemas.microsoft.com/office/drawing/2014/main" id="{0C0A7CE0-29EB-1470-694E-B80C80DBAAA4}"/>
                </a:ext>
              </a:extLst>
            </p:cNvPr>
            <p:cNvSpPr/>
            <p:nvPr/>
          </p:nvSpPr>
          <p:spPr>
            <a:xfrm>
              <a:off x="4961081" y="3145959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839;p53">
              <a:extLst>
                <a:ext uri="{FF2B5EF4-FFF2-40B4-BE49-F238E27FC236}">
                  <a16:creationId xmlns:a16="http://schemas.microsoft.com/office/drawing/2014/main" id="{97FE451C-CBFD-D33F-C6EB-7FDD7F2B2534}"/>
                </a:ext>
              </a:extLst>
            </p:cNvPr>
            <p:cNvSpPr/>
            <p:nvPr/>
          </p:nvSpPr>
          <p:spPr>
            <a:xfrm>
              <a:off x="4961081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840;p53">
              <a:extLst>
                <a:ext uri="{FF2B5EF4-FFF2-40B4-BE49-F238E27FC236}">
                  <a16:creationId xmlns:a16="http://schemas.microsoft.com/office/drawing/2014/main" id="{18E4418F-28F3-B95C-D307-9A278D5D8930}"/>
                </a:ext>
              </a:extLst>
            </p:cNvPr>
            <p:cNvSpPr/>
            <p:nvPr/>
          </p:nvSpPr>
          <p:spPr>
            <a:xfrm>
              <a:off x="4961081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841;p53">
              <a:extLst>
                <a:ext uri="{FF2B5EF4-FFF2-40B4-BE49-F238E27FC236}">
                  <a16:creationId xmlns:a16="http://schemas.microsoft.com/office/drawing/2014/main" id="{0BDB7661-2A3D-8AC7-A3C2-FE5394D85430}"/>
                </a:ext>
              </a:extLst>
            </p:cNvPr>
            <p:cNvSpPr/>
            <p:nvPr/>
          </p:nvSpPr>
          <p:spPr>
            <a:xfrm>
              <a:off x="4961081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842;p53">
              <a:extLst>
                <a:ext uri="{FF2B5EF4-FFF2-40B4-BE49-F238E27FC236}">
                  <a16:creationId xmlns:a16="http://schemas.microsoft.com/office/drawing/2014/main" id="{98684177-1893-4B1B-35CE-CDF4C730B581}"/>
                </a:ext>
              </a:extLst>
            </p:cNvPr>
            <p:cNvSpPr/>
            <p:nvPr/>
          </p:nvSpPr>
          <p:spPr>
            <a:xfrm>
              <a:off x="4961081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843;p53">
              <a:extLst>
                <a:ext uri="{FF2B5EF4-FFF2-40B4-BE49-F238E27FC236}">
                  <a16:creationId xmlns:a16="http://schemas.microsoft.com/office/drawing/2014/main" id="{FA5E3F69-4E8E-1802-BB97-EA3D15BA8FBB}"/>
                </a:ext>
              </a:extLst>
            </p:cNvPr>
            <p:cNvSpPr/>
            <p:nvPr/>
          </p:nvSpPr>
          <p:spPr>
            <a:xfrm>
              <a:off x="4960974" y="1779815"/>
              <a:ext cx="44748" cy="38327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844;p53">
              <a:extLst>
                <a:ext uri="{FF2B5EF4-FFF2-40B4-BE49-F238E27FC236}">
                  <a16:creationId xmlns:a16="http://schemas.microsoft.com/office/drawing/2014/main" id="{45856ED0-7625-0C19-5387-B4F194B15834}"/>
                </a:ext>
              </a:extLst>
            </p:cNvPr>
            <p:cNvSpPr/>
            <p:nvPr/>
          </p:nvSpPr>
          <p:spPr>
            <a:xfrm>
              <a:off x="4906398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845;p53">
              <a:extLst>
                <a:ext uri="{FF2B5EF4-FFF2-40B4-BE49-F238E27FC236}">
                  <a16:creationId xmlns:a16="http://schemas.microsoft.com/office/drawing/2014/main" id="{8C4EC46D-BFF4-BFB1-8797-7B3B96419E57}"/>
                </a:ext>
              </a:extLst>
            </p:cNvPr>
            <p:cNvSpPr/>
            <p:nvPr/>
          </p:nvSpPr>
          <p:spPr>
            <a:xfrm>
              <a:off x="490639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846;p53">
              <a:extLst>
                <a:ext uri="{FF2B5EF4-FFF2-40B4-BE49-F238E27FC236}">
                  <a16:creationId xmlns:a16="http://schemas.microsoft.com/office/drawing/2014/main" id="{53015401-A254-C681-14C7-DF4142CDD514}"/>
                </a:ext>
              </a:extLst>
            </p:cNvPr>
            <p:cNvSpPr/>
            <p:nvPr/>
          </p:nvSpPr>
          <p:spPr>
            <a:xfrm>
              <a:off x="4906398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847;p53">
              <a:extLst>
                <a:ext uri="{FF2B5EF4-FFF2-40B4-BE49-F238E27FC236}">
                  <a16:creationId xmlns:a16="http://schemas.microsoft.com/office/drawing/2014/main" id="{CECEDCD4-DCC0-5B31-D1DD-F826C67A0802}"/>
                </a:ext>
              </a:extLst>
            </p:cNvPr>
            <p:cNvSpPr/>
            <p:nvPr/>
          </p:nvSpPr>
          <p:spPr>
            <a:xfrm>
              <a:off x="4906398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848;p53">
              <a:extLst>
                <a:ext uri="{FF2B5EF4-FFF2-40B4-BE49-F238E27FC236}">
                  <a16:creationId xmlns:a16="http://schemas.microsoft.com/office/drawing/2014/main" id="{2A455699-CD66-4DEE-B604-85B3A6FD3A6A}"/>
                </a:ext>
              </a:extLst>
            </p:cNvPr>
            <p:cNvSpPr/>
            <p:nvPr/>
          </p:nvSpPr>
          <p:spPr>
            <a:xfrm>
              <a:off x="4906398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849;p53">
              <a:extLst>
                <a:ext uri="{FF2B5EF4-FFF2-40B4-BE49-F238E27FC236}">
                  <a16:creationId xmlns:a16="http://schemas.microsoft.com/office/drawing/2014/main" id="{197A8D39-DF0D-57A5-7258-E81231904D4C}"/>
                </a:ext>
              </a:extLst>
            </p:cNvPr>
            <p:cNvSpPr/>
            <p:nvPr/>
          </p:nvSpPr>
          <p:spPr>
            <a:xfrm>
              <a:off x="4906308" y="1779815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850;p53">
              <a:extLst>
                <a:ext uri="{FF2B5EF4-FFF2-40B4-BE49-F238E27FC236}">
                  <a16:creationId xmlns:a16="http://schemas.microsoft.com/office/drawing/2014/main" id="{FD55C468-4051-3E92-A5BF-D0C4389D7AE4}"/>
                </a:ext>
              </a:extLst>
            </p:cNvPr>
            <p:cNvSpPr/>
            <p:nvPr/>
          </p:nvSpPr>
          <p:spPr>
            <a:xfrm>
              <a:off x="4851732" y="3091294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851;p53">
              <a:extLst>
                <a:ext uri="{FF2B5EF4-FFF2-40B4-BE49-F238E27FC236}">
                  <a16:creationId xmlns:a16="http://schemas.microsoft.com/office/drawing/2014/main" id="{C6B76D39-A450-EA22-7A92-FCE9755FB027}"/>
                </a:ext>
              </a:extLst>
            </p:cNvPr>
            <p:cNvSpPr/>
            <p:nvPr/>
          </p:nvSpPr>
          <p:spPr>
            <a:xfrm>
              <a:off x="4851732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852;p53">
              <a:extLst>
                <a:ext uri="{FF2B5EF4-FFF2-40B4-BE49-F238E27FC236}">
                  <a16:creationId xmlns:a16="http://schemas.microsoft.com/office/drawing/2014/main" id="{5D8E7E3C-9522-FF6E-8B3D-6784310AFC58}"/>
                </a:ext>
              </a:extLst>
            </p:cNvPr>
            <p:cNvSpPr/>
            <p:nvPr/>
          </p:nvSpPr>
          <p:spPr>
            <a:xfrm>
              <a:off x="4851624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853;p53">
              <a:extLst>
                <a:ext uri="{FF2B5EF4-FFF2-40B4-BE49-F238E27FC236}">
                  <a16:creationId xmlns:a16="http://schemas.microsoft.com/office/drawing/2014/main" id="{5DE57664-33B9-2832-4152-C56C460C6BC6}"/>
                </a:ext>
              </a:extLst>
            </p:cNvPr>
            <p:cNvSpPr/>
            <p:nvPr/>
          </p:nvSpPr>
          <p:spPr>
            <a:xfrm>
              <a:off x="4797048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854;p53">
              <a:extLst>
                <a:ext uri="{FF2B5EF4-FFF2-40B4-BE49-F238E27FC236}">
                  <a16:creationId xmlns:a16="http://schemas.microsoft.com/office/drawing/2014/main" id="{CE42FC75-DEFE-E680-EAAB-5958850B29C0}"/>
                </a:ext>
              </a:extLst>
            </p:cNvPr>
            <p:cNvSpPr/>
            <p:nvPr/>
          </p:nvSpPr>
          <p:spPr>
            <a:xfrm>
              <a:off x="4797048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855;p53">
              <a:extLst>
                <a:ext uri="{FF2B5EF4-FFF2-40B4-BE49-F238E27FC236}">
                  <a16:creationId xmlns:a16="http://schemas.microsoft.com/office/drawing/2014/main" id="{4A4C6FA4-6EC8-1342-9DB9-C411FBC5F38C}"/>
                </a:ext>
              </a:extLst>
            </p:cNvPr>
            <p:cNvSpPr/>
            <p:nvPr/>
          </p:nvSpPr>
          <p:spPr>
            <a:xfrm>
              <a:off x="4796958" y="1779815"/>
              <a:ext cx="44730" cy="3825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856;p53">
              <a:extLst>
                <a:ext uri="{FF2B5EF4-FFF2-40B4-BE49-F238E27FC236}">
                  <a16:creationId xmlns:a16="http://schemas.microsoft.com/office/drawing/2014/main" id="{8F5B7F42-AC2C-FF14-2CA1-475BCEFE695B}"/>
                </a:ext>
              </a:extLst>
            </p:cNvPr>
            <p:cNvSpPr/>
            <p:nvPr/>
          </p:nvSpPr>
          <p:spPr>
            <a:xfrm>
              <a:off x="4742382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857;p53">
              <a:extLst>
                <a:ext uri="{FF2B5EF4-FFF2-40B4-BE49-F238E27FC236}">
                  <a16:creationId xmlns:a16="http://schemas.microsoft.com/office/drawing/2014/main" id="{B8E1C400-CD47-5B45-45C9-8B68937F2566}"/>
                </a:ext>
              </a:extLst>
            </p:cNvPr>
            <p:cNvSpPr/>
            <p:nvPr/>
          </p:nvSpPr>
          <p:spPr>
            <a:xfrm>
              <a:off x="4742382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858;p53">
              <a:extLst>
                <a:ext uri="{FF2B5EF4-FFF2-40B4-BE49-F238E27FC236}">
                  <a16:creationId xmlns:a16="http://schemas.microsoft.com/office/drawing/2014/main" id="{E9486CDA-72BD-66DD-D384-95E4029271D2}"/>
                </a:ext>
              </a:extLst>
            </p:cNvPr>
            <p:cNvSpPr/>
            <p:nvPr/>
          </p:nvSpPr>
          <p:spPr>
            <a:xfrm>
              <a:off x="4742382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859;p53">
              <a:extLst>
                <a:ext uri="{FF2B5EF4-FFF2-40B4-BE49-F238E27FC236}">
                  <a16:creationId xmlns:a16="http://schemas.microsoft.com/office/drawing/2014/main" id="{7377852D-2C02-259C-1FEE-EE2F4471E66A}"/>
                </a:ext>
              </a:extLst>
            </p:cNvPr>
            <p:cNvSpPr/>
            <p:nvPr/>
          </p:nvSpPr>
          <p:spPr>
            <a:xfrm>
              <a:off x="4742382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860;p53">
              <a:extLst>
                <a:ext uri="{FF2B5EF4-FFF2-40B4-BE49-F238E27FC236}">
                  <a16:creationId xmlns:a16="http://schemas.microsoft.com/office/drawing/2014/main" id="{DC26FF03-7AC6-88EC-90D7-C179CD961559}"/>
                </a:ext>
              </a:extLst>
            </p:cNvPr>
            <p:cNvSpPr/>
            <p:nvPr/>
          </p:nvSpPr>
          <p:spPr>
            <a:xfrm>
              <a:off x="4687698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861;p53">
              <a:extLst>
                <a:ext uri="{FF2B5EF4-FFF2-40B4-BE49-F238E27FC236}">
                  <a16:creationId xmlns:a16="http://schemas.microsoft.com/office/drawing/2014/main" id="{4B8DB810-7EDC-428C-6EB6-D477703BF228}"/>
                </a:ext>
              </a:extLst>
            </p:cNvPr>
            <p:cNvSpPr/>
            <p:nvPr/>
          </p:nvSpPr>
          <p:spPr>
            <a:xfrm>
              <a:off x="4687698" y="1834337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862;p53">
              <a:extLst>
                <a:ext uri="{FF2B5EF4-FFF2-40B4-BE49-F238E27FC236}">
                  <a16:creationId xmlns:a16="http://schemas.microsoft.com/office/drawing/2014/main" id="{9B4F3681-7896-AA09-6E88-A8C76CFDE6D9}"/>
                </a:ext>
              </a:extLst>
            </p:cNvPr>
            <p:cNvSpPr/>
            <p:nvPr/>
          </p:nvSpPr>
          <p:spPr>
            <a:xfrm>
              <a:off x="4633032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863;p53">
              <a:extLst>
                <a:ext uri="{FF2B5EF4-FFF2-40B4-BE49-F238E27FC236}">
                  <a16:creationId xmlns:a16="http://schemas.microsoft.com/office/drawing/2014/main" id="{151E6973-AEAA-D1BB-BA77-1D4B978DBCDF}"/>
                </a:ext>
              </a:extLst>
            </p:cNvPr>
            <p:cNvSpPr/>
            <p:nvPr/>
          </p:nvSpPr>
          <p:spPr>
            <a:xfrm>
              <a:off x="4633032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864;p53">
              <a:extLst>
                <a:ext uri="{FF2B5EF4-FFF2-40B4-BE49-F238E27FC236}">
                  <a16:creationId xmlns:a16="http://schemas.microsoft.com/office/drawing/2014/main" id="{E405C4A2-E3FC-E002-AEAC-122CF5111FA5}"/>
                </a:ext>
              </a:extLst>
            </p:cNvPr>
            <p:cNvSpPr/>
            <p:nvPr/>
          </p:nvSpPr>
          <p:spPr>
            <a:xfrm>
              <a:off x="4633032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865;p53">
              <a:extLst>
                <a:ext uri="{FF2B5EF4-FFF2-40B4-BE49-F238E27FC236}">
                  <a16:creationId xmlns:a16="http://schemas.microsoft.com/office/drawing/2014/main" id="{90F2AFF2-0C16-7BFC-7846-0981361EC4FC}"/>
                </a:ext>
              </a:extLst>
            </p:cNvPr>
            <p:cNvSpPr/>
            <p:nvPr/>
          </p:nvSpPr>
          <p:spPr>
            <a:xfrm>
              <a:off x="4578349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866;p53">
              <a:extLst>
                <a:ext uri="{FF2B5EF4-FFF2-40B4-BE49-F238E27FC236}">
                  <a16:creationId xmlns:a16="http://schemas.microsoft.com/office/drawing/2014/main" id="{A524ECB7-067D-5F13-AE2B-C71118AC444C}"/>
                </a:ext>
              </a:extLst>
            </p:cNvPr>
            <p:cNvSpPr/>
            <p:nvPr/>
          </p:nvSpPr>
          <p:spPr>
            <a:xfrm>
              <a:off x="4578349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867;p53">
              <a:extLst>
                <a:ext uri="{FF2B5EF4-FFF2-40B4-BE49-F238E27FC236}">
                  <a16:creationId xmlns:a16="http://schemas.microsoft.com/office/drawing/2014/main" id="{A44C86FD-C30B-69B0-0583-06E9ECE9E38B}"/>
                </a:ext>
              </a:extLst>
            </p:cNvPr>
            <p:cNvSpPr/>
            <p:nvPr/>
          </p:nvSpPr>
          <p:spPr>
            <a:xfrm>
              <a:off x="4578349" y="1889003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868;p53">
              <a:extLst>
                <a:ext uri="{FF2B5EF4-FFF2-40B4-BE49-F238E27FC236}">
                  <a16:creationId xmlns:a16="http://schemas.microsoft.com/office/drawing/2014/main" id="{E71B9B37-0B5C-7B74-FFBA-9D13E8B3329B}"/>
                </a:ext>
              </a:extLst>
            </p:cNvPr>
            <p:cNvSpPr/>
            <p:nvPr/>
          </p:nvSpPr>
          <p:spPr>
            <a:xfrm>
              <a:off x="4523683" y="3145959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869;p53">
              <a:extLst>
                <a:ext uri="{FF2B5EF4-FFF2-40B4-BE49-F238E27FC236}">
                  <a16:creationId xmlns:a16="http://schemas.microsoft.com/office/drawing/2014/main" id="{6ABD3770-9B1B-FE0F-DAB1-FE69BF344562}"/>
                </a:ext>
              </a:extLst>
            </p:cNvPr>
            <p:cNvSpPr/>
            <p:nvPr/>
          </p:nvSpPr>
          <p:spPr>
            <a:xfrm>
              <a:off x="4523683" y="3091294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870;p53">
              <a:extLst>
                <a:ext uri="{FF2B5EF4-FFF2-40B4-BE49-F238E27FC236}">
                  <a16:creationId xmlns:a16="http://schemas.microsoft.com/office/drawing/2014/main" id="{F1E6E2F1-FB2B-0B62-B43E-FDBD35A5E16A}"/>
                </a:ext>
              </a:extLst>
            </p:cNvPr>
            <p:cNvSpPr/>
            <p:nvPr/>
          </p:nvSpPr>
          <p:spPr>
            <a:xfrm>
              <a:off x="4523683" y="3036610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871;p53">
              <a:extLst>
                <a:ext uri="{FF2B5EF4-FFF2-40B4-BE49-F238E27FC236}">
                  <a16:creationId xmlns:a16="http://schemas.microsoft.com/office/drawing/2014/main" id="{C3F728F9-6B45-0A82-9B11-344F191B4C3F}"/>
                </a:ext>
              </a:extLst>
            </p:cNvPr>
            <p:cNvSpPr/>
            <p:nvPr/>
          </p:nvSpPr>
          <p:spPr>
            <a:xfrm>
              <a:off x="4523683" y="2982087"/>
              <a:ext cx="44766" cy="38219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872;p53">
              <a:extLst>
                <a:ext uri="{FF2B5EF4-FFF2-40B4-BE49-F238E27FC236}">
                  <a16:creationId xmlns:a16="http://schemas.microsoft.com/office/drawing/2014/main" id="{E966466E-F0DF-6DA0-CC01-3DD010A11F80}"/>
                </a:ext>
              </a:extLst>
            </p:cNvPr>
            <p:cNvSpPr/>
            <p:nvPr/>
          </p:nvSpPr>
          <p:spPr>
            <a:xfrm>
              <a:off x="4523683" y="2927404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873;p53">
              <a:extLst>
                <a:ext uri="{FF2B5EF4-FFF2-40B4-BE49-F238E27FC236}">
                  <a16:creationId xmlns:a16="http://schemas.microsoft.com/office/drawing/2014/main" id="{8C874000-AF3C-677D-7F7A-7A2605A7EF42}"/>
                </a:ext>
              </a:extLst>
            </p:cNvPr>
            <p:cNvSpPr/>
            <p:nvPr/>
          </p:nvSpPr>
          <p:spPr>
            <a:xfrm>
              <a:off x="4523683" y="2872738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874;p53">
              <a:extLst>
                <a:ext uri="{FF2B5EF4-FFF2-40B4-BE49-F238E27FC236}">
                  <a16:creationId xmlns:a16="http://schemas.microsoft.com/office/drawing/2014/main" id="{C068D8CB-CDA7-F1C2-DC3D-34201F285F65}"/>
                </a:ext>
              </a:extLst>
            </p:cNvPr>
            <p:cNvSpPr/>
            <p:nvPr/>
          </p:nvSpPr>
          <p:spPr>
            <a:xfrm>
              <a:off x="4523683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875;p53">
              <a:extLst>
                <a:ext uri="{FF2B5EF4-FFF2-40B4-BE49-F238E27FC236}">
                  <a16:creationId xmlns:a16="http://schemas.microsoft.com/office/drawing/2014/main" id="{36F26DA6-3117-BCE0-E0FE-40B2F2ABC51A}"/>
                </a:ext>
              </a:extLst>
            </p:cNvPr>
            <p:cNvSpPr/>
            <p:nvPr/>
          </p:nvSpPr>
          <p:spPr>
            <a:xfrm>
              <a:off x="4523683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876;p53">
              <a:extLst>
                <a:ext uri="{FF2B5EF4-FFF2-40B4-BE49-F238E27FC236}">
                  <a16:creationId xmlns:a16="http://schemas.microsoft.com/office/drawing/2014/main" id="{1EAB3CE7-346B-1347-247E-A626DB65551C}"/>
                </a:ext>
              </a:extLst>
            </p:cNvPr>
            <p:cNvSpPr/>
            <p:nvPr/>
          </p:nvSpPr>
          <p:spPr>
            <a:xfrm>
              <a:off x="4469142" y="3091294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877;p53">
              <a:extLst>
                <a:ext uri="{FF2B5EF4-FFF2-40B4-BE49-F238E27FC236}">
                  <a16:creationId xmlns:a16="http://schemas.microsoft.com/office/drawing/2014/main" id="{9409251B-7C59-994E-21E3-4DE201352793}"/>
                </a:ext>
              </a:extLst>
            </p:cNvPr>
            <p:cNvSpPr/>
            <p:nvPr/>
          </p:nvSpPr>
          <p:spPr>
            <a:xfrm>
              <a:off x="4469142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878;p53">
              <a:extLst>
                <a:ext uri="{FF2B5EF4-FFF2-40B4-BE49-F238E27FC236}">
                  <a16:creationId xmlns:a16="http://schemas.microsoft.com/office/drawing/2014/main" id="{28873723-A5AC-351D-99CD-18F85D59263C}"/>
                </a:ext>
              </a:extLst>
            </p:cNvPr>
            <p:cNvSpPr/>
            <p:nvPr/>
          </p:nvSpPr>
          <p:spPr>
            <a:xfrm>
              <a:off x="4469142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879;p53">
              <a:extLst>
                <a:ext uri="{FF2B5EF4-FFF2-40B4-BE49-F238E27FC236}">
                  <a16:creationId xmlns:a16="http://schemas.microsoft.com/office/drawing/2014/main" id="{4B7198B7-B545-AFD8-1904-8EE68BD0B0BE}"/>
                </a:ext>
              </a:extLst>
            </p:cNvPr>
            <p:cNvSpPr/>
            <p:nvPr/>
          </p:nvSpPr>
          <p:spPr>
            <a:xfrm>
              <a:off x="4469142" y="2927404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880;p53">
              <a:extLst>
                <a:ext uri="{FF2B5EF4-FFF2-40B4-BE49-F238E27FC236}">
                  <a16:creationId xmlns:a16="http://schemas.microsoft.com/office/drawing/2014/main" id="{4A583ACB-3F37-0216-96A8-05EDFCC3641D}"/>
                </a:ext>
              </a:extLst>
            </p:cNvPr>
            <p:cNvSpPr/>
            <p:nvPr/>
          </p:nvSpPr>
          <p:spPr>
            <a:xfrm>
              <a:off x="4469142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881;p53">
              <a:extLst>
                <a:ext uri="{FF2B5EF4-FFF2-40B4-BE49-F238E27FC236}">
                  <a16:creationId xmlns:a16="http://schemas.microsoft.com/office/drawing/2014/main" id="{B31E193E-09AA-4EAD-0E28-2EFA0E859E59}"/>
                </a:ext>
              </a:extLst>
            </p:cNvPr>
            <p:cNvSpPr/>
            <p:nvPr/>
          </p:nvSpPr>
          <p:spPr>
            <a:xfrm>
              <a:off x="4469142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882;p53">
              <a:extLst>
                <a:ext uri="{FF2B5EF4-FFF2-40B4-BE49-F238E27FC236}">
                  <a16:creationId xmlns:a16="http://schemas.microsoft.com/office/drawing/2014/main" id="{E51E3BDC-EF06-954F-8DB1-E4CF28507E40}"/>
                </a:ext>
              </a:extLst>
            </p:cNvPr>
            <p:cNvSpPr/>
            <p:nvPr/>
          </p:nvSpPr>
          <p:spPr>
            <a:xfrm>
              <a:off x="4469142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883;p53">
              <a:extLst>
                <a:ext uri="{FF2B5EF4-FFF2-40B4-BE49-F238E27FC236}">
                  <a16:creationId xmlns:a16="http://schemas.microsoft.com/office/drawing/2014/main" id="{4ABB03A2-D0A5-14B7-0F45-643DD2EC4F44}"/>
                </a:ext>
              </a:extLst>
            </p:cNvPr>
            <p:cNvSpPr/>
            <p:nvPr/>
          </p:nvSpPr>
          <p:spPr>
            <a:xfrm>
              <a:off x="4414476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884;p53">
              <a:extLst>
                <a:ext uri="{FF2B5EF4-FFF2-40B4-BE49-F238E27FC236}">
                  <a16:creationId xmlns:a16="http://schemas.microsoft.com/office/drawing/2014/main" id="{27951DF4-0AFC-8587-2487-5D8FB8A85EEC}"/>
                </a:ext>
              </a:extLst>
            </p:cNvPr>
            <p:cNvSpPr/>
            <p:nvPr/>
          </p:nvSpPr>
          <p:spPr>
            <a:xfrm>
              <a:off x="4414476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885;p53">
              <a:extLst>
                <a:ext uri="{FF2B5EF4-FFF2-40B4-BE49-F238E27FC236}">
                  <a16:creationId xmlns:a16="http://schemas.microsoft.com/office/drawing/2014/main" id="{CD3AD252-7B6D-A767-746E-90CB7AEDC5F1}"/>
                </a:ext>
              </a:extLst>
            </p:cNvPr>
            <p:cNvSpPr/>
            <p:nvPr/>
          </p:nvSpPr>
          <p:spPr>
            <a:xfrm>
              <a:off x="4414476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886;p53">
              <a:extLst>
                <a:ext uri="{FF2B5EF4-FFF2-40B4-BE49-F238E27FC236}">
                  <a16:creationId xmlns:a16="http://schemas.microsoft.com/office/drawing/2014/main" id="{74FC6913-FA38-3496-30E7-D5F4AE149060}"/>
                </a:ext>
              </a:extLst>
            </p:cNvPr>
            <p:cNvSpPr/>
            <p:nvPr/>
          </p:nvSpPr>
          <p:spPr>
            <a:xfrm>
              <a:off x="4414476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887;p53">
              <a:extLst>
                <a:ext uri="{FF2B5EF4-FFF2-40B4-BE49-F238E27FC236}">
                  <a16:creationId xmlns:a16="http://schemas.microsoft.com/office/drawing/2014/main" id="{D10A8E1E-B38E-8D9B-5CB8-933A024D6168}"/>
                </a:ext>
              </a:extLst>
            </p:cNvPr>
            <p:cNvSpPr/>
            <p:nvPr/>
          </p:nvSpPr>
          <p:spPr>
            <a:xfrm>
              <a:off x="4414476" y="1889003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888;p53">
              <a:extLst>
                <a:ext uri="{FF2B5EF4-FFF2-40B4-BE49-F238E27FC236}">
                  <a16:creationId xmlns:a16="http://schemas.microsoft.com/office/drawing/2014/main" id="{AA132E97-C7D7-40A4-2DC0-C62A506E9F55}"/>
                </a:ext>
              </a:extLst>
            </p:cNvPr>
            <p:cNvSpPr/>
            <p:nvPr/>
          </p:nvSpPr>
          <p:spPr>
            <a:xfrm>
              <a:off x="4414476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889;p53">
              <a:extLst>
                <a:ext uri="{FF2B5EF4-FFF2-40B4-BE49-F238E27FC236}">
                  <a16:creationId xmlns:a16="http://schemas.microsoft.com/office/drawing/2014/main" id="{D0147A98-A6BE-799C-D262-548E4DB8FB12}"/>
                </a:ext>
              </a:extLst>
            </p:cNvPr>
            <p:cNvSpPr/>
            <p:nvPr/>
          </p:nvSpPr>
          <p:spPr>
            <a:xfrm>
              <a:off x="4359793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890;p53">
              <a:extLst>
                <a:ext uri="{FF2B5EF4-FFF2-40B4-BE49-F238E27FC236}">
                  <a16:creationId xmlns:a16="http://schemas.microsoft.com/office/drawing/2014/main" id="{FFA22898-0487-C8D7-4782-D994BE3C550A}"/>
                </a:ext>
              </a:extLst>
            </p:cNvPr>
            <p:cNvSpPr/>
            <p:nvPr/>
          </p:nvSpPr>
          <p:spPr>
            <a:xfrm>
              <a:off x="4359793" y="1943687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891;p53">
              <a:extLst>
                <a:ext uri="{FF2B5EF4-FFF2-40B4-BE49-F238E27FC236}">
                  <a16:creationId xmlns:a16="http://schemas.microsoft.com/office/drawing/2014/main" id="{F3AE37E9-A1E4-EB56-F856-B8CB1D19FE4A}"/>
                </a:ext>
              </a:extLst>
            </p:cNvPr>
            <p:cNvSpPr/>
            <p:nvPr/>
          </p:nvSpPr>
          <p:spPr>
            <a:xfrm>
              <a:off x="4359793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892;p53">
              <a:extLst>
                <a:ext uri="{FF2B5EF4-FFF2-40B4-BE49-F238E27FC236}">
                  <a16:creationId xmlns:a16="http://schemas.microsoft.com/office/drawing/2014/main" id="{D5B93807-75B3-1A5F-3E42-DDFCF818F101}"/>
                </a:ext>
              </a:extLst>
            </p:cNvPr>
            <p:cNvSpPr/>
            <p:nvPr/>
          </p:nvSpPr>
          <p:spPr>
            <a:xfrm>
              <a:off x="4359793" y="1779815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893;p53">
              <a:extLst>
                <a:ext uri="{FF2B5EF4-FFF2-40B4-BE49-F238E27FC236}">
                  <a16:creationId xmlns:a16="http://schemas.microsoft.com/office/drawing/2014/main" id="{E4AB6319-D5C8-00F5-0931-DB0B49EBF594}"/>
                </a:ext>
              </a:extLst>
            </p:cNvPr>
            <p:cNvSpPr/>
            <p:nvPr/>
          </p:nvSpPr>
          <p:spPr>
            <a:xfrm>
              <a:off x="4305127" y="2818054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894;p53">
              <a:extLst>
                <a:ext uri="{FF2B5EF4-FFF2-40B4-BE49-F238E27FC236}">
                  <a16:creationId xmlns:a16="http://schemas.microsoft.com/office/drawing/2014/main" id="{478EC0A3-5F81-1EBE-FA7E-D3A4E6E2CD51}"/>
                </a:ext>
              </a:extLst>
            </p:cNvPr>
            <p:cNvSpPr/>
            <p:nvPr/>
          </p:nvSpPr>
          <p:spPr>
            <a:xfrm>
              <a:off x="4305127" y="2763388"/>
              <a:ext cx="44766" cy="38327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895;p53">
              <a:extLst>
                <a:ext uri="{FF2B5EF4-FFF2-40B4-BE49-F238E27FC236}">
                  <a16:creationId xmlns:a16="http://schemas.microsoft.com/office/drawing/2014/main" id="{7E19E58D-60E2-3CB3-9498-875417D3BDBF}"/>
                </a:ext>
              </a:extLst>
            </p:cNvPr>
            <p:cNvSpPr/>
            <p:nvPr/>
          </p:nvSpPr>
          <p:spPr>
            <a:xfrm>
              <a:off x="4305127" y="1943687"/>
              <a:ext cx="44766" cy="38273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896;p53">
              <a:extLst>
                <a:ext uri="{FF2B5EF4-FFF2-40B4-BE49-F238E27FC236}">
                  <a16:creationId xmlns:a16="http://schemas.microsoft.com/office/drawing/2014/main" id="{E0ABD81C-CDBF-BB36-DA10-FAEFDFF2075F}"/>
                </a:ext>
              </a:extLst>
            </p:cNvPr>
            <p:cNvSpPr/>
            <p:nvPr/>
          </p:nvSpPr>
          <p:spPr>
            <a:xfrm>
              <a:off x="4305127" y="1889003"/>
              <a:ext cx="44766" cy="38345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897;p53">
              <a:extLst>
                <a:ext uri="{FF2B5EF4-FFF2-40B4-BE49-F238E27FC236}">
                  <a16:creationId xmlns:a16="http://schemas.microsoft.com/office/drawing/2014/main" id="{350411A1-69A4-078D-2F61-821BC5CB6480}"/>
                </a:ext>
              </a:extLst>
            </p:cNvPr>
            <p:cNvSpPr/>
            <p:nvPr/>
          </p:nvSpPr>
          <p:spPr>
            <a:xfrm>
              <a:off x="4305127" y="177981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898;p53">
              <a:extLst>
                <a:ext uri="{FF2B5EF4-FFF2-40B4-BE49-F238E27FC236}">
                  <a16:creationId xmlns:a16="http://schemas.microsoft.com/office/drawing/2014/main" id="{AF30F21C-726E-361B-6E0A-516270DEDA3D}"/>
                </a:ext>
              </a:extLst>
            </p:cNvPr>
            <p:cNvSpPr/>
            <p:nvPr/>
          </p:nvSpPr>
          <p:spPr>
            <a:xfrm>
              <a:off x="4305127" y="1670465"/>
              <a:ext cx="44766" cy="3825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899;p53">
              <a:extLst>
                <a:ext uri="{FF2B5EF4-FFF2-40B4-BE49-F238E27FC236}">
                  <a16:creationId xmlns:a16="http://schemas.microsoft.com/office/drawing/2014/main" id="{4A882DFE-3072-10A9-DEBB-D16DB4F47F1B}"/>
                </a:ext>
              </a:extLst>
            </p:cNvPr>
            <p:cNvSpPr/>
            <p:nvPr/>
          </p:nvSpPr>
          <p:spPr>
            <a:xfrm>
              <a:off x="425044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900;p53">
              <a:extLst>
                <a:ext uri="{FF2B5EF4-FFF2-40B4-BE49-F238E27FC236}">
                  <a16:creationId xmlns:a16="http://schemas.microsoft.com/office/drawing/2014/main" id="{611E6534-4D8A-D3E6-1F3E-3046556183B6}"/>
                </a:ext>
              </a:extLst>
            </p:cNvPr>
            <p:cNvSpPr/>
            <p:nvPr/>
          </p:nvSpPr>
          <p:spPr>
            <a:xfrm>
              <a:off x="425044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901;p53">
              <a:extLst>
                <a:ext uri="{FF2B5EF4-FFF2-40B4-BE49-F238E27FC236}">
                  <a16:creationId xmlns:a16="http://schemas.microsoft.com/office/drawing/2014/main" id="{E18EB329-455E-D7DE-43B0-254119AC2310}"/>
                </a:ext>
              </a:extLst>
            </p:cNvPr>
            <p:cNvSpPr/>
            <p:nvPr/>
          </p:nvSpPr>
          <p:spPr>
            <a:xfrm>
              <a:off x="425044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902;p53">
              <a:extLst>
                <a:ext uri="{FF2B5EF4-FFF2-40B4-BE49-F238E27FC236}">
                  <a16:creationId xmlns:a16="http://schemas.microsoft.com/office/drawing/2014/main" id="{CB58AD59-B962-DEC2-8EA1-0F3A71143E8A}"/>
                </a:ext>
              </a:extLst>
            </p:cNvPr>
            <p:cNvSpPr/>
            <p:nvPr/>
          </p:nvSpPr>
          <p:spPr>
            <a:xfrm>
              <a:off x="4250443" y="1943687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903;p53">
              <a:extLst>
                <a:ext uri="{FF2B5EF4-FFF2-40B4-BE49-F238E27FC236}">
                  <a16:creationId xmlns:a16="http://schemas.microsoft.com/office/drawing/2014/main" id="{F4958A55-6134-EA90-186C-1E9C94120391}"/>
                </a:ext>
              </a:extLst>
            </p:cNvPr>
            <p:cNvSpPr/>
            <p:nvPr/>
          </p:nvSpPr>
          <p:spPr>
            <a:xfrm>
              <a:off x="4250443" y="1779815"/>
              <a:ext cx="44784" cy="3825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904;p53">
              <a:extLst>
                <a:ext uri="{FF2B5EF4-FFF2-40B4-BE49-F238E27FC236}">
                  <a16:creationId xmlns:a16="http://schemas.microsoft.com/office/drawing/2014/main" id="{EC79FB85-F80B-5327-E884-91380BB1CD39}"/>
                </a:ext>
              </a:extLst>
            </p:cNvPr>
            <p:cNvSpPr/>
            <p:nvPr/>
          </p:nvSpPr>
          <p:spPr>
            <a:xfrm>
              <a:off x="4195921" y="2982087"/>
              <a:ext cx="44622" cy="38219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905;p53">
              <a:extLst>
                <a:ext uri="{FF2B5EF4-FFF2-40B4-BE49-F238E27FC236}">
                  <a16:creationId xmlns:a16="http://schemas.microsoft.com/office/drawing/2014/main" id="{D21FD6D6-0F22-2781-9580-C9D04E85A3A7}"/>
                </a:ext>
              </a:extLst>
            </p:cNvPr>
            <p:cNvSpPr/>
            <p:nvPr/>
          </p:nvSpPr>
          <p:spPr>
            <a:xfrm>
              <a:off x="4195921" y="2927404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906;p53">
              <a:extLst>
                <a:ext uri="{FF2B5EF4-FFF2-40B4-BE49-F238E27FC236}">
                  <a16:creationId xmlns:a16="http://schemas.microsoft.com/office/drawing/2014/main" id="{DE6298FC-C1DF-89CB-9941-8A5DEFE4AC69}"/>
                </a:ext>
              </a:extLst>
            </p:cNvPr>
            <p:cNvSpPr/>
            <p:nvPr/>
          </p:nvSpPr>
          <p:spPr>
            <a:xfrm>
              <a:off x="4195921" y="2872738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907;p53">
              <a:extLst>
                <a:ext uri="{FF2B5EF4-FFF2-40B4-BE49-F238E27FC236}">
                  <a16:creationId xmlns:a16="http://schemas.microsoft.com/office/drawing/2014/main" id="{33293EC7-214C-4D29-7AB5-86C5FC33CEBB}"/>
                </a:ext>
              </a:extLst>
            </p:cNvPr>
            <p:cNvSpPr/>
            <p:nvPr/>
          </p:nvSpPr>
          <p:spPr>
            <a:xfrm>
              <a:off x="419592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908;p53">
              <a:extLst>
                <a:ext uri="{FF2B5EF4-FFF2-40B4-BE49-F238E27FC236}">
                  <a16:creationId xmlns:a16="http://schemas.microsoft.com/office/drawing/2014/main" id="{A70C8E57-08F6-80CD-ADB2-D33BC9C4BD8B}"/>
                </a:ext>
              </a:extLst>
            </p:cNvPr>
            <p:cNvSpPr/>
            <p:nvPr/>
          </p:nvSpPr>
          <p:spPr>
            <a:xfrm>
              <a:off x="419592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909;p53">
              <a:extLst>
                <a:ext uri="{FF2B5EF4-FFF2-40B4-BE49-F238E27FC236}">
                  <a16:creationId xmlns:a16="http://schemas.microsoft.com/office/drawing/2014/main" id="{7CB6CFC5-0890-CF88-521D-4E7EE3AC608B}"/>
                </a:ext>
              </a:extLst>
            </p:cNvPr>
            <p:cNvSpPr/>
            <p:nvPr/>
          </p:nvSpPr>
          <p:spPr>
            <a:xfrm>
              <a:off x="4195921" y="1943687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910;p53">
              <a:extLst>
                <a:ext uri="{FF2B5EF4-FFF2-40B4-BE49-F238E27FC236}">
                  <a16:creationId xmlns:a16="http://schemas.microsoft.com/office/drawing/2014/main" id="{E277F2ED-1FE9-CA0C-D417-FDA5DDF458CD}"/>
                </a:ext>
              </a:extLst>
            </p:cNvPr>
            <p:cNvSpPr/>
            <p:nvPr/>
          </p:nvSpPr>
          <p:spPr>
            <a:xfrm>
              <a:off x="4195921" y="1834337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911;p53">
              <a:extLst>
                <a:ext uri="{FF2B5EF4-FFF2-40B4-BE49-F238E27FC236}">
                  <a16:creationId xmlns:a16="http://schemas.microsoft.com/office/drawing/2014/main" id="{171DD8F4-D7B0-5D24-5319-6D2ABE74DA7F}"/>
                </a:ext>
              </a:extLst>
            </p:cNvPr>
            <p:cNvSpPr/>
            <p:nvPr/>
          </p:nvSpPr>
          <p:spPr>
            <a:xfrm>
              <a:off x="4195921" y="1670465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912;p53">
              <a:extLst>
                <a:ext uri="{FF2B5EF4-FFF2-40B4-BE49-F238E27FC236}">
                  <a16:creationId xmlns:a16="http://schemas.microsoft.com/office/drawing/2014/main" id="{F74EB3A6-6E6C-06AE-FDA9-3D6B7235A0EA}"/>
                </a:ext>
              </a:extLst>
            </p:cNvPr>
            <p:cNvSpPr/>
            <p:nvPr/>
          </p:nvSpPr>
          <p:spPr>
            <a:xfrm>
              <a:off x="4141237" y="3036610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913;p53">
              <a:extLst>
                <a:ext uri="{FF2B5EF4-FFF2-40B4-BE49-F238E27FC236}">
                  <a16:creationId xmlns:a16="http://schemas.microsoft.com/office/drawing/2014/main" id="{E35BE100-7D4C-B516-8E91-83DB36CB0786}"/>
                </a:ext>
              </a:extLst>
            </p:cNvPr>
            <p:cNvSpPr/>
            <p:nvPr/>
          </p:nvSpPr>
          <p:spPr>
            <a:xfrm>
              <a:off x="4141237" y="2982087"/>
              <a:ext cx="44640" cy="38219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914;p53">
              <a:extLst>
                <a:ext uri="{FF2B5EF4-FFF2-40B4-BE49-F238E27FC236}">
                  <a16:creationId xmlns:a16="http://schemas.microsoft.com/office/drawing/2014/main" id="{11615C4C-C2BE-AA18-9D25-372B0CCA8858}"/>
                </a:ext>
              </a:extLst>
            </p:cNvPr>
            <p:cNvSpPr/>
            <p:nvPr/>
          </p:nvSpPr>
          <p:spPr>
            <a:xfrm>
              <a:off x="4141237" y="2872738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915;p53">
              <a:extLst>
                <a:ext uri="{FF2B5EF4-FFF2-40B4-BE49-F238E27FC236}">
                  <a16:creationId xmlns:a16="http://schemas.microsoft.com/office/drawing/2014/main" id="{2EA5A040-3D49-5CFF-04DF-9AC9FE976B22}"/>
                </a:ext>
              </a:extLst>
            </p:cNvPr>
            <p:cNvSpPr/>
            <p:nvPr/>
          </p:nvSpPr>
          <p:spPr>
            <a:xfrm>
              <a:off x="4141237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916;p53">
              <a:extLst>
                <a:ext uri="{FF2B5EF4-FFF2-40B4-BE49-F238E27FC236}">
                  <a16:creationId xmlns:a16="http://schemas.microsoft.com/office/drawing/2014/main" id="{E27B09A1-B4CA-1236-4AD7-41042F8F63A3}"/>
                </a:ext>
              </a:extLst>
            </p:cNvPr>
            <p:cNvSpPr/>
            <p:nvPr/>
          </p:nvSpPr>
          <p:spPr>
            <a:xfrm>
              <a:off x="4141237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917;p53">
              <a:extLst>
                <a:ext uri="{FF2B5EF4-FFF2-40B4-BE49-F238E27FC236}">
                  <a16:creationId xmlns:a16="http://schemas.microsoft.com/office/drawing/2014/main" id="{627BC6B0-EACF-60DE-9283-01DDF89FA82C}"/>
                </a:ext>
              </a:extLst>
            </p:cNvPr>
            <p:cNvSpPr/>
            <p:nvPr/>
          </p:nvSpPr>
          <p:spPr>
            <a:xfrm>
              <a:off x="4141237" y="1998371"/>
              <a:ext cx="44640" cy="3825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918;p53">
              <a:extLst>
                <a:ext uri="{FF2B5EF4-FFF2-40B4-BE49-F238E27FC236}">
                  <a16:creationId xmlns:a16="http://schemas.microsoft.com/office/drawing/2014/main" id="{52B0EC23-8D27-977F-61D1-D404897ACB3B}"/>
                </a:ext>
              </a:extLst>
            </p:cNvPr>
            <p:cNvSpPr/>
            <p:nvPr/>
          </p:nvSpPr>
          <p:spPr>
            <a:xfrm>
              <a:off x="4141237" y="1889003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919;p53">
              <a:extLst>
                <a:ext uri="{FF2B5EF4-FFF2-40B4-BE49-F238E27FC236}">
                  <a16:creationId xmlns:a16="http://schemas.microsoft.com/office/drawing/2014/main" id="{30E35F84-F0DD-B533-6213-233162B7876A}"/>
                </a:ext>
              </a:extLst>
            </p:cNvPr>
            <p:cNvSpPr/>
            <p:nvPr/>
          </p:nvSpPr>
          <p:spPr>
            <a:xfrm>
              <a:off x="4141237" y="1834337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920;p53">
              <a:extLst>
                <a:ext uri="{FF2B5EF4-FFF2-40B4-BE49-F238E27FC236}">
                  <a16:creationId xmlns:a16="http://schemas.microsoft.com/office/drawing/2014/main" id="{B2384B0A-B1EB-1A94-B7E0-A055D21031DE}"/>
                </a:ext>
              </a:extLst>
            </p:cNvPr>
            <p:cNvSpPr/>
            <p:nvPr/>
          </p:nvSpPr>
          <p:spPr>
            <a:xfrm>
              <a:off x="4086571" y="3036610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921;p53">
              <a:extLst>
                <a:ext uri="{FF2B5EF4-FFF2-40B4-BE49-F238E27FC236}">
                  <a16:creationId xmlns:a16="http://schemas.microsoft.com/office/drawing/2014/main" id="{B28F67B7-CD8F-1C11-79A6-E98B7B324824}"/>
                </a:ext>
              </a:extLst>
            </p:cNvPr>
            <p:cNvSpPr/>
            <p:nvPr/>
          </p:nvSpPr>
          <p:spPr>
            <a:xfrm>
              <a:off x="4086571" y="2818054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922;p53">
              <a:extLst>
                <a:ext uri="{FF2B5EF4-FFF2-40B4-BE49-F238E27FC236}">
                  <a16:creationId xmlns:a16="http://schemas.microsoft.com/office/drawing/2014/main" id="{72703D04-A194-2521-2AC3-68DFA94A8C60}"/>
                </a:ext>
              </a:extLst>
            </p:cNvPr>
            <p:cNvSpPr/>
            <p:nvPr/>
          </p:nvSpPr>
          <p:spPr>
            <a:xfrm>
              <a:off x="4086571" y="2763388"/>
              <a:ext cx="44622" cy="38327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923;p53">
              <a:extLst>
                <a:ext uri="{FF2B5EF4-FFF2-40B4-BE49-F238E27FC236}">
                  <a16:creationId xmlns:a16="http://schemas.microsoft.com/office/drawing/2014/main" id="{20EE7651-6DF6-FD8D-86ED-65922688E7CB}"/>
                </a:ext>
              </a:extLst>
            </p:cNvPr>
            <p:cNvSpPr/>
            <p:nvPr/>
          </p:nvSpPr>
          <p:spPr>
            <a:xfrm>
              <a:off x="4086571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924;p53">
              <a:extLst>
                <a:ext uri="{FF2B5EF4-FFF2-40B4-BE49-F238E27FC236}">
                  <a16:creationId xmlns:a16="http://schemas.microsoft.com/office/drawing/2014/main" id="{7BCC8D18-B38D-79F2-25D4-95E0D091E2B3}"/>
                </a:ext>
              </a:extLst>
            </p:cNvPr>
            <p:cNvSpPr/>
            <p:nvPr/>
          </p:nvSpPr>
          <p:spPr>
            <a:xfrm>
              <a:off x="4086571" y="1998371"/>
              <a:ext cx="44622" cy="3825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925;p53">
              <a:extLst>
                <a:ext uri="{FF2B5EF4-FFF2-40B4-BE49-F238E27FC236}">
                  <a16:creationId xmlns:a16="http://schemas.microsoft.com/office/drawing/2014/main" id="{9D746E27-5D15-3A83-92EE-AD9E67682511}"/>
                </a:ext>
              </a:extLst>
            </p:cNvPr>
            <p:cNvSpPr/>
            <p:nvPr/>
          </p:nvSpPr>
          <p:spPr>
            <a:xfrm>
              <a:off x="4086571" y="1725131"/>
              <a:ext cx="44622" cy="38273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926;p53">
              <a:extLst>
                <a:ext uri="{FF2B5EF4-FFF2-40B4-BE49-F238E27FC236}">
                  <a16:creationId xmlns:a16="http://schemas.microsoft.com/office/drawing/2014/main" id="{8C282621-155F-10C2-7E4A-B8A7EE5EEFE0}"/>
                </a:ext>
              </a:extLst>
            </p:cNvPr>
            <p:cNvSpPr/>
            <p:nvPr/>
          </p:nvSpPr>
          <p:spPr>
            <a:xfrm>
              <a:off x="4031887" y="3036610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927;p53">
              <a:extLst>
                <a:ext uri="{FF2B5EF4-FFF2-40B4-BE49-F238E27FC236}">
                  <a16:creationId xmlns:a16="http://schemas.microsoft.com/office/drawing/2014/main" id="{2A525FEC-D3B9-CB79-C14C-ED84824081E8}"/>
                </a:ext>
              </a:extLst>
            </p:cNvPr>
            <p:cNvSpPr/>
            <p:nvPr/>
          </p:nvSpPr>
          <p:spPr>
            <a:xfrm>
              <a:off x="4031887" y="2982087"/>
              <a:ext cx="44784" cy="38219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928;p53">
              <a:extLst>
                <a:ext uri="{FF2B5EF4-FFF2-40B4-BE49-F238E27FC236}">
                  <a16:creationId xmlns:a16="http://schemas.microsoft.com/office/drawing/2014/main" id="{B37F612F-3D6D-E3EF-D213-50002E3C4FC8}"/>
                </a:ext>
              </a:extLst>
            </p:cNvPr>
            <p:cNvSpPr/>
            <p:nvPr/>
          </p:nvSpPr>
          <p:spPr>
            <a:xfrm>
              <a:off x="4031887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929;p53">
              <a:extLst>
                <a:ext uri="{FF2B5EF4-FFF2-40B4-BE49-F238E27FC236}">
                  <a16:creationId xmlns:a16="http://schemas.microsoft.com/office/drawing/2014/main" id="{C3CD9D69-09A2-40B1-FE7E-F76622391083}"/>
                </a:ext>
              </a:extLst>
            </p:cNvPr>
            <p:cNvSpPr/>
            <p:nvPr/>
          </p:nvSpPr>
          <p:spPr>
            <a:xfrm>
              <a:off x="4031887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930;p53">
              <a:extLst>
                <a:ext uri="{FF2B5EF4-FFF2-40B4-BE49-F238E27FC236}">
                  <a16:creationId xmlns:a16="http://schemas.microsoft.com/office/drawing/2014/main" id="{7CFEF0B4-CFAC-7D77-6B62-DF964FB86325}"/>
                </a:ext>
              </a:extLst>
            </p:cNvPr>
            <p:cNvSpPr/>
            <p:nvPr/>
          </p:nvSpPr>
          <p:spPr>
            <a:xfrm>
              <a:off x="4031887" y="2708848"/>
              <a:ext cx="44784" cy="38237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931;p53">
              <a:extLst>
                <a:ext uri="{FF2B5EF4-FFF2-40B4-BE49-F238E27FC236}">
                  <a16:creationId xmlns:a16="http://schemas.microsoft.com/office/drawing/2014/main" id="{0567D0C6-7652-02DC-AA62-AFFB6B87202B}"/>
                </a:ext>
              </a:extLst>
            </p:cNvPr>
            <p:cNvSpPr/>
            <p:nvPr/>
          </p:nvSpPr>
          <p:spPr>
            <a:xfrm>
              <a:off x="4031887" y="2654182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932;p53">
              <a:extLst>
                <a:ext uri="{FF2B5EF4-FFF2-40B4-BE49-F238E27FC236}">
                  <a16:creationId xmlns:a16="http://schemas.microsoft.com/office/drawing/2014/main" id="{28D5D4C3-AC4E-9B4A-BCF9-A9C05F7E5684}"/>
                </a:ext>
              </a:extLst>
            </p:cNvPr>
            <p:cNvSpPr/>
            <p:nvPr/>
          </p:nvSpPr>
          <p:spPr>
            <a:xfrm>
              <a:off x="3977203" y="2927404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933;p53">
              <a:extLst>
                <a:ext uri="{FF2B5EF4-FFF2-40B4-BE49-F238E27FC236}">
                  <a16:creationId xmlns:a16="http://schemas.microsoft.com/office/drawing/2014/main" id="{99DD28B9-1B5C-6449-6E45-F3DE94889ABF}"/>
                </a:ext>
              </a:extLst>
            </p:cNvPr>
            <p:cNvSpPr/>
            <p:nvPr/>
          </p:nvSpPr>
          <p:spPr>
            <a:xfrm>
              <a:off x="3977203" y="2872738"/>
              <a:ext cx="44784" cy="38273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934;p53">
              <a:extLst>
                <a:ext uri="{FF2B5EF4-FFF2-40B4-BE49-F238E27FC236}">
                  <a16:creationId xmlns:a16="http://schemas.microsoft.com/office/drawing/2014/main" id="{5FFD1FA6-5589-4457-0D9F-D935513D5576}"/>
                </a:ext>
              </a:extLst>
            </p:cNvPr>
            <p:cNvSpPr/>
            <p:nvPr/>
          </p:nvSpPr>
          <p:spPr>
            <a:xfrm>
              <a:off x="3977203" y="2818054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935;p53">
              <a:extLst>
                <a:ext uri="{FF2B5EF4-FFF2-40B4-BE49-F238E27FC236}">
                  <a16:creationId xmlns:a16="http://schemas.microsoft.com/office/drawing/2014/main" id="{DF06271C-628F-6F0D-B203-8DD79CEC1A49}"/>
                </a:ext>
              </a:extLst>
            </p:cNvPr>
            <p:cNvSpPr/>
            <p:nvPr/>
          </p:nvSpPr>
          <p:spPr>
            <a:xfrm>
              <a:off x="3977203" y="2763388"/>
              <a:ext cx="44784" cy="38327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936;p53">
              <a:extLst>
                <a:ext uri="{FF2B5EF4-FFF2-40B4-BE49-F238E27FC236}">
                  <a16:creationId xmlns:a16="http://schemas.microsoft.com/office/drawing/2014/main" id="{68462C9A-2567-60CC-77A2-99A191BF1378}"/>
                </a:ext>
              </a:extLst>
            </p:cNvPr>
            <p:cNvSpPr/>
            <p:nvPr/>
          </p:nvSpPr>
          <p:spPr>
            <a:xfrm>
              <a:off x="3922681" y="2818054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937;p53">
              <a:extLst>
                <a:ext uri="{FF2B5EF4-FFF2-40B4-BE49-F238E27FC236}">
                  <a16:creationId xmlns:a16="http://schemas.microsoft.com/office/drawing/2014/main" id="{A71D8030-35E7-9A93-D90D-C3A03FF3C804}"/>
                </a:ext>
              </a:extLst>
            </p:cNvPr>
            <p:cNvSpPr/>
            <p:nvPr/>
          </p:nvSpPr>
          <p:spPr>
            <a:xfrm>
              <a:off x="3922681" y="2763388"/>
              <a:ext cx="44640" cy="38327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938;p53">
              <a:extLst>
                <a:ext uri="{FF2B5EF4-FFF2-40B4-BE49-F238E27FC236}">
                  <a16:creationId xmlns:a16="http://schemas.microsoft.com/office/drawing/2014/main" id="{FD7E1EC8-0765-6A2B-D35C-ECEBDA4F20D6}"/>
                </a:ext>
              </a:extLst>
            </p:cNvPr>
            <p:cNvSpPr/>
            <p:nvPr/>
          </p:nvSpPr>
          <p:spPr>
            <a:xfrm>
              <a:off x="3922681" y="2708848"/>
              <a:ext cx="44640" cy="38237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939;p53">
              <a:extLst>
                <a:ext uri="{FF2B5EF4-FFF2-40B4-BE49-F238E27FC236}">
                  <a16:creationId xmlns:a16="http://schemas.microsoft.com/office/drawing/2014/main" id="{A058AFBC-3A8D-83E8-E096-95E8DCC35237}"/>
                </a:ext>
              </a:extLst>
            </p:cNvPr>
            <p:cNvSpPr/>
            <p:nvPr/>
          </p:nvSpPr>
          <p:spPr>
            <a:xfrm>
              <a:off x="3922681" y="2654182"/>
              <a:ext cx="44640" cy="38273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940;p53">
              <a:extLst>
                <a:ext uri="{FF2B5EF4-FFF2-40B4-BE49-F238E27FC236}">
                  <a16:creationId xmlns:a16="http://schemas.microsoft.com/office/drawing/2014/main" id="{EAFD0E3C-7CAF-DC6E-D792-3D58BCEEA775}"/>
                </a:ext>
              </a:extLst>
            </p:cNvPr>
            <p:cNvSpPr/>
            <p:nvPr/>
          </p:nvSpPr>
          <p:spPr>
            <a:xfrm>
              <a:off x="3922681" y="2599498"/>
              <a:ext cx="44640" cy="38345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941;p53">
              <a:extLst>
                <a:ext uri="{FF2B5EF4-FFF2-40B4-BE49-F238E27FC236}">
                  <a16:creationId xmlns:a16="http://schemas.microsoft.com/office/drawing/2014/main" id="{37728D0B-1403-224A-4625-4A1130096F51}"/>
                </a:ext>
              </a:extLst>
            </p:cNvPr>
            <p:cNvSpPr/>
            <p:nvPr/>
          </p:nvSpPr>
          <p:spPr>
            <a:xfrm>
              <a:off x="392268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942;p53">
              <a:extLst>
                <a:ext uri="{FF2B5EF4-FFF2-40B4-BE49-F238E27FC236}">
                  <a16:creationId xmlns:a16="http://schemas.microsoft.com/office/drawing/2014/main" id="{0F5ECC67-BD31-0429-7CCE-595384E7749E}"/>
                </a:ext>
              </a:extLst>
            </p:cNvPr>
            <p:cNvSpPr/>
            <p:nvPr/>
          </p:nvSpPr>
          <p:spPr>
            <a:xfrm>
              <a:off x="3868015" y="2708848"/>
              <a:ext cx="44622" cy="38237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943;p53">
              <a:extLst>
                <a:ext uri="{FF2B5EF4-FFF2-40B4-BE49-F238E27FC236}">
                  <a16:creationId xmlns:a16="http://schemas.microsoft.com/office/drawing/2014/main" id="{39052AC5-596F-7447-98B5-A595DE34732B}"/>
                </a:ext>
              </a:extLst>
            </p:cNvPr>
            <p:cNvSpPr/>
            <p:nvPr/>
          </p:nvSpPr>
          <p:spPr>
            <a:xfrm>
              <a:off x="3868015" y="2599498"/>
              <a:ext cx="44622" cy="38345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944;p53">
              <a:extLst>
                <a:ext uri="{FF2B5EF4-FFF2-40B4-BE49-F238E27FC236}">
                  <a16:creationId xmlns:a16="http://schemas.microsoft.com/office/drawing/2014/main" id="{5CE04B41-F334-5FA7-177A-575A09E046F3}"/>
                </a:ext>
              </a:extLst>
            </p:cNvPr>
            <p:cNvSpPr/>
            <p:nvPr/>
          </p:nvSpPr>
          <p:spPr>
            <a:xfrm>
              <a:off x="3868015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945;p53">
              <a:extLst>
                <a:ext uri="{FF2B5EF4-FFF2-40B4-BE49-F238E27FC236}">
                  <a16:creationId xmlns:a16="http://schemas.microsoft.com/office/drawing/2014/main" id="{E4AA48E0-5F4F-42B1-CD18-862DDCEFDBEE}"/>
                </a:ext>
              </a:extLst>
            </p:cNvPr>
            <p:cNvSpPr/>
            <p:nvPr/>
          </p:nvSpPr>
          <p:spPr>
            <a:xfrm>
              <a:off x="3813331" y="2599498"/>
              <a:ext cx="44784" cy="38345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946;p53">
              <a:extLst>
                <a:ext uri="{FF2B5EF4-FFF2-40B4-BE49-F238E27FC236}">
                  <a16:creationId xmlns:a16="http://schemas.microsoft.com/office/drawing/2014/main" id="{5DE28F65-B3EE-459F-F17C-B0201C3069AD}"/>
                </a:ext>
              </a:extLst>
            </p:cNvPr>
            <p:cNvSpPr/>
            <p:nvPr/>
          </p:nvSpPr>
          <p:spPr>
            <a:xfrm>
              <a:off x="3813331" y="2544832"/>
              <a:ext cx="44730" cy="38327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12" name="Straight Arrow Connector 1711">
            <a:extLst>
              <a:ext uri="{FF2B5EF4-FFF2-40B4-BE49-F238E27FC236}">
                <a16:creationId xmlns:a16="http://schemas.microsoft.com/office/drawing/2014/main" id="{6FFFC1C5-B590-F6F2-728E-3348FAD63833}"/>
              </a:ext>
            </a:extLst>
          </p:cNvPr>
          <p:cNvCxnSpPr>
            <a:cxnSpLocks/>
          </p:cNvCxnSpPr>
          <p:nvPr/>
        </p:nvCxnSpPr>
        <p:spPr>
          <a:xfrm flipH="1">
            <a:off x="1136073" y="3789218"/>
            <a:ext cx="3179618" cy="27709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4" name="Straight Arrow Connector 1713">
            <a:extLst>
              <a:ext uri="{FF2B5EF4-FFF2-40B4-BE49-F238E27FC236}">
                <a16:creationId xmlns:a16="http://schemas.microsoft.com/office/drawing/2014/main" id="{7F01B24A-8548-65A0-4810-B0455770F2D1}"/>
              </a:ext>
            </a:extLst>
          </p:cNvPr>
          <p:cNvCxnSpPr>
            <a:cxnSpLocks/>
          </p:cNvCxnSpPr>
          <p:nvPr/>
        </p:nvCxnSpPr>
        <p:spPr>
          <a:xfrm flipH="1">
            <a:off x="2064327" y="4059382"/>
            <a:ext cx="2251364" cy="23552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16" name="Straight Arrow Connector 1715">
            <a:extLst>
              <a:ext uri="{FF2B5EF4-FFF2-40B4-BE49-F238E27FC236}">
                <a16:creationId xmlns:a16="http://schemas.microsoft.com/office/drawing/2014/main" id="{4CF2D657-123D-6D7B-7011-C898A8C53219}"/>
              </a:ext>
            </a:extLst>
          </p:cNvPr>
          <p:cNvCxnSpPr>
            <a:cxnSpLocks/>
          </p:cNvCxnSpPr>
          <p:nvPr/>
        </p:nvCxnSpPr>
        <p:spPr>
          <a:xfrm flipH="1">
            <a:off x="2528455" y="3879273"/>
            <a:ext cx="1787236" cy="62345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17" name="Right Brace 1716">
            <a:extLst>
              <a:ext uri="{FF2B5EF4-FFF2-40B4-BE49-F238E27FC236}">
                <a16:creationId xmlns:a16="http://schemas.microsoft.com/office/drawing/2014/main" id="{85680E6A-1356-5E6D-A2D4-38ADAE93DC36}"/>
              </a:ext>
            </a:extLst>
          </p:cNvPr>
          <p:cNvSpPr/>
          <p:nvPr/>
        </p:nvSpPr>
        <p:spPr>
          <a:xfrm>
            <a:off x="4315692" y="3422073"/>
            <a:ext cx="401782" cy="147550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721" name="TextBox 1720">
            <a:extLst>
              <a:ext uri="{FF2B5EF4-FFF2-40B4-BE49-F238E27FC236}">
                <a16:creationId xmlns:a16="http://schemas.microsoft.com/office/drawing/2014/main" id="{B633683C-167B-8BF7-AC0B-F2ADC3A9462A}"/>
              </a:ext>
            </a:extLst>
          </p:cNvPr>
          <p:cNvSpPr txBox="1"/>
          <p:nvPr/>
        </p:nvSpPr>
        <p:spPr>
          <a:xfrm>
            <a:off x="4419601" y="3946312"/>
            <a:ext cx="16169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1200" dirty="0">
                <a:solidFill>
                  <a:schemeClr val="bg1"/>
                </a:solidFill>
              </a:rPr>
              <a:t>Transparent accessible nodes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43">
            <a:extLst>
              <a:ext uri="{FF2B5EF4-FFF2-40B4-BE49-F238E27FC236}">
                <a16:creationId xmlns:a16="http://schemas.microsoft.com/office/drawing/2014/main" id="{4088BB82-64BB-E7C1-D13C-D9442761C1EF}"/>
              </a:ext>
            </a:extLst>
          </p:cNvPr>
          <p:cNvSpPr txBox="1">
            <a:spLocks/>
          </p:cNvSpPr>
          <p:nvPr/>
        </p:nvSpPr>
        <p:spPr>
          <a:xfrm>
            <a:off x="860143" y="364820"/>
            <a:ext cx="3711857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E" sz="1050" dirty="0">
                <a:solidFill>
                  <a:schemeClr val="tx2"/>
                </a:solidFill>
              </a:rPr>
              <a:t>Technical stack </a:t>
            </a:r>
          </a:p>
        </p:txBody>
      </p:sp>
      <p:pic>
        <p:nvPicPr>
          <p:cNvPr id="2" name="Picture 1" descr="A diagram of a data flow&#10;&#10;AI-generated content may be incorrect.">
            <a:extLst>
              <a:ext uri="{FF2B5EF4-FFF2-40B4-BE49-F238E27FC236}">
                <a16:creationId xmlns:a16="http://schemas.microsoft.com/office/drawing/2014/main" id="{4EBB4761-82E9-F138-48CC-C6F631278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224" y="1226123"/>
            <a:ext cx="6056776" cy="30916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A06949-14AD-E8CF-24C8-49643E2C8A8A}"/>
              </a:ext>
            </a:extLst>
          </p:cNvPr>
          <p:cNvSpPr txBox="1"/>
          <p:nvPr/>
        </p:nvSpPr>
        <p:spPr>
          <a:xfrm>
            <a:off x="860141" y="1714154"/>
            <a:ext cx="340514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050" b="1" dirty="0">
                <a:solidFill>
                  <a:schemeClr val="bg1"/>
                </a:solidFill>
              </a:rPr>
              <a:t>Frontend Development</a:t>
            </a:r>
          </a:p>
          <a:p>
            <a:r>
              <a:rPr lang="en-IE" sz="1050" dirty="0">
                <a:solidFill>
                  <a:schemeClr val="bg1"/>
                </a:solidFill>
              </a:rPr>
              <a:t>Next.js</a:t>
            </a:r>
          </a:p>
          <a:p>
            <a:r>
              <a:rPr lang="en-IE" sz="1050" dirty="0">
                <a:solidFill>
                  <a:schemeClr val="bg1"/>
                </a:solidFill>
              </a:rPr>
              <a:t>React.js </a:t>
            </a:r>
          </a:p>
          <a:p>
            <a:r>
              <a:rPr lang="en-IE" sz="1050" dirty="0">
                <a:solidFill>
                  <a:schemeClr val="bg1"/>
                </a:solidFill>
              </a:rPr>
              <a:t>Tailwind CSS</a:t>
            </a:r>
          </a:p>
          <a:p>
            <a:r>
              <a:rPr lang="en-IE" sz="1050" dirty="0">
                <a:solidFill>
                  <a:schemeClr val="bg1"/>
                </a:solidFill>
              </a:rPr>
              <a:t>TypeScript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9CD19B-267B-084E-3E50-3206C2BC3B56}"/>
              </a:ext>
            </a:extLst>
          </p:cNvPr>
          <p:cNvSpPr txBox="1"/>
          <p:nvPr/>
        </p:nvSpPr>
        <p:spPr>
          <a:xfrm>
            <a:off x="860141" y="825701"/>
            <a:ext cx="340514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050" b="1" dirty="0">
                <a:solidFill>
                  <a:schemeClr val="bg1"/>
                </a:solidFill>
              </a:rPr>
              <a:t>Blockchain &amp; Smart Contracts</a:t>
            </a:r>
          </a:p>
          <a:p>
            <a:r>
              <a:rPr lang="en-IE" sz="1050" dirty="0">
                <a:solidFill>
                  <a:schemeClr val="bg1"/>
                </a:solidFill>
              </a:rPr>
              <a:t>Solidity</a:t>
            </a:r>
          </a:p>
          <a:p>
            <a:r>
              <a:rPr lang="en-IE" sz="1050" dirty="0">
                <a:solidFill>
                  <a:schemeClr val="bg1"/>
                </a:solidFill>
              </a:rPr>
              <a:t>ERC-721</a:t>
            </a:r>
          </a:p>
          <a:p>
            <a:r>
              <a:rPr lang="en-IE" sz="1050" dirty="0" err="1">
                <a:solidFill>
                  <a:schemeClr val="bg1"/>
                </a:solidFill>
              </a:rPr>
              <a:t>Soulbound</a:t>
            </a:r>
            <a:r>
              <a:rPr lang="en-IE" sz="1050" dirty="0">
                <a:solidFill>
                  <a:schemeClr val="bg1"/>
                </a:solidFill>
              </a:rPr>
              <a:t> NFT Logic</a:t>
            </a:r>
          </a:p>
          <a:p>
            <a:r>
              <a:rPr lang="en-IE" sz="1050" dirty="0" err="1">
                <a:solidFill>
                  <a:schemeClr val="bg1"/>
                </a:solidFill>
              </a:rPr>
              <a:t>Sepolia</a:t>
            </a:r>
            <a:r>
              <a:rPr lang="en-IE" sz="1050" dirty="0">
                <a:solidFill>
                  <a:schemeClr val="bg1"/>
                </a:solidFill>
              </a:rPr>
              <a:t> </a:t>
            </a:r>
            <a:r>
              <a:rPr lang="en-IE" sz="1050" dirty="0" err="1">
                <a:solidFill>
                  <a:schemeClr val="bg1"/>
                </a:solidFill>
              </a:rPr>
              <a:t>Testnet</a:t>
            </a:r>
            <a:r>
              <a:rPr lang="en-IE" sz="105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EF146-C516-F4AC-6526-9967D1749489}"/>
              </a:ext>
            </a:extLst>
          </p:cNvPr>
          <p:cNvSpPr txBox="1"/>
          <p:nvPr/>
        </p:nvSpPr>
        <p:spPr>
          <a:xfrm>
            <a:off x="860141" y="3372887"/>
            <a:ext cx="27904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050" b="1" dirty="0">
                <a:solidFill>
                  <a:schemeClr val="bg1"/>
                </a:solidFill>
              </a:rPr>
              <a:t>Web3 Integration</a:t>
            </a:r>
          </a:p>
          <a:p>
            <a:r>
              <a:rPr lang="en-IE" sz="1050" dirty="0">
                <a:solidFill>
                  <a:schemeClr val="bg1"/>
                </a:solidFill>
              </a:rPr>
              <a:t>MetaMask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0A661-DD35-EAA9-9C39-37D8662D0216}"/>
              </a:ext>
            </a:extLst>
          </p:cNvPr>
          <p:cNvSpPr txBox="1"/>
          <p:nvPr/>
        </p:nvSpPr>
        <p:spPr>
          <a:xfrm>
            <a:off x="860141" y="3859096"/>
            <a:ext cx="39274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bg1"/>
                </a:solidFill>
              </a:rPr>
              <a:t>Decentralized Storage</a:t>
            </a:r>
          </a:p>
          <a:p>
            <a:r>
              <a:rPr lang="en-GB" sz="1050" dirty="0">
                <a:solidFill>
                  <a:schemeClr val="bg1"/>
                </a:solidFill>
              </a:rPr>
              <a:t>IPFS (</a:t>
            </a:r>
            <a:r>
              <a:rPr lang="en-GB" sz="1050" dirty="0" err="1">
                <a:solidFill>
                  <a:schemeClr val="bg1"/>
                </a:solidFill>
              </a:rPr>
              <a:t>InterPlanetary</a:t>
            </a:r>
            <a:r>
              <a:rPr lang="en-GB" sz="1050" dirty="0">
                <a:solidFill>
                  <a:schemeClr val="bg1"/>
                </a:solidFill>
              </a:rPr>
              <a:t> File System) </a:t>
            </a:r>
          </a:p>
          <a:p>
            <a:r>
              <a:rPr lang="en-GB" sz="1050" dirty="0">
                <a:solidFill>
                  <a:schemeClr val="bg1"/>
                </a:solidFill>
              </a:rPr>
              <a:t>Pinata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A2D58-03DE-270A-85B8-7848153CE8AD}"/>
              </a:ext>
            </a:extLst>
          </p:cNvPr>
          <p:cNvSpPr txBox="1"/>
          <p:nvPr/>
        </p:nvSpPr>
        <p:spPr>
          <a:xfrm>
            <a:off x="860141" y="2614400"/>
            <a:ext cx="31998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bg1"/>
                </a:solidFill>
              </a:rPr>
              <a:t>Development &amp; Testing Tools</a:t>
            </a:r>
          </a:p>
          <a:p>
            <a:r>
              <a:rPr lang="en-GB" sz="1050" dirty="0">
                <a:solidFill>
                  <a:schemeClr val="bg1"/>
                </a:solidFill>
              </a:rPr>
              <a:t>Hardhat</a:t>
            </a:r>
          </a:p>
          <a:p>
            <a:r>
              <a:rPr lang="en-IE" sz="1050" dirty="0">
                <a:solidFill>
                  <a:schemeClr val="bg1"/>
                </a:solidFill>
              </a:rPr>
              <a:t>Node.js</a:t>
            </a:r>
            <a:endParaRPr lang="en-GB" sz="1050" dirty="0">
              <a:solidFill>
                <a:schemeClr val="bg1"/>
              </a:solidFill>
            </a:endParaRPr>
          </a:p>
          <a:p>
            <a:r>
              <a:rPr lang="en-GB" sz="1050" dirty="0">
                <a:solidFill>
                  <a:schemeClr val="bg1"/>
                </a:solidFill>
              </a:rPr>
              <a:t>Remix IDE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C344A-4F63-0C1F-FBC0-AED380453B14}"/>
              </a:ext>
            </a:extLst>
          </p:cNvPr>
          <p:cNvSpPr txBox="1"/>
          <p:nvPr/>
        </p:nvSpPr>
        <p:spPr>
          <a:xfrm>
            <a:off x="860142" y="4501298"/>
            <a:ext cx="319987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chemeClr val="bg1"/>
                </a:solidFill>
              </a:rPr>
              <a:t>Deployment &amp; DevOps</a:t>
            </a:r>
          </a:p>
          <a:p>
            <a:r>
              <a:rPr lang="en-GB" sz="1050" dirty="0" err="1">
                <a:solidFill>
                  <a:schemeClr val="bg1"/>
                </a:solidFill>
              </a:rPr>
              <a:t>Vercel</a:t>
            </a:r>
            <a:endParaRPr lang="en-GB" sz="1050" dirty="0">
              <a:solidFill>
                <a:schemeClr val="bg1"/>
              </a:solidFill>
            </a:endParaRPr>
          </a:p>
          <a:p>
            <a:r>
              <a:rPr lang="en-GB" sz="1050" dirty="0">
                <a:solidFill>
                  <a:schemeClr val="bg1"/>
                </a:solidFill>
              </a:rPr>
              <a:t>GitHub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67B78D-1F60-7D6C-6F7A-203F7C17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43">
            <a:extLst>
              <a:ext uri="{FF2B5EF4-FFF2-40B4-BE49-F238E27FC236}">
                <a16:creationId xmlns:a16="http://schemas.microsoft.com/office/drawing/2014/main" id="{37F989B9-9D4F-C6D0-6ADF-5DC47B444D6D}"/>
              </a:ext>
            </a:extLst>
          </p:cNvPr>
          <p:cNvSpPr txBox="1">
            <a:spLocks/>
          </p:cNvSpPr>
          <p:nvPr/>
        </p:nvSpPr>
        <p:spPr>
          <a:xfrm>
            <a:off x="860143" y="364820"/>
            <a:ext cx="3711857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E" dirty="0">
                <a:solidFill>
                  <a:schemeClr val="tx2"/>
                </a:solidFill>
              </a:rPr>
              <a:t>Cloud testing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C4519-E06B-2F6B-970A-D1D7CA67EB97}"/>
              </a:ext>
            </a:extLst>
          </p:cNvPr>
          <p:cNvSpPr txBox="1"/>
          <p:nvPr/>
        </p:nvSpPr>
        <p:spPr>
          <a:xfrm>
            <a:off x="860143" y="1096404"/>
            <a:ext cx="1793847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E" b="1" dirty="0">
                <a:solidFill>
                  <a:schemeClr val="bg1"/>
                </a:solidFill>
              </a:rPr>
              <a:t>GitHub Actions is used for testing (Live testing next)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CA3F5E-F020-CD46-3AA6-A3B9E1BA4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847" y="0"/>
            <a:ext cx="4987177" cy="511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3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CA757F1B-B734-06F5-6333-5FF8A0EA8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6;p43">
            <a:extLst>
              <a:ext uri="{FF2B5EF4-FFF2-40B4-BE49-F238E27FC236}">
                <a16:creationId xmlns:a16="http://schemas.microsoft.com/office/drawing/2014/main" id="{E0EAFCE9-9D10-9341-C688-F4020CBC1262}"/>
              </a:ext>
            </a:extLst>
          </p:cNvPr>
          <p:cNvSpPr txBox="1">
            <a:spLocks/>
          </p:cNvSpPr>
          <p:nvPr/>
        </p:nvSpPr>
        <p:spPr>
          <a:xfrm>
            <a:off x="860143" y="364820"/>
            <a:ext cx="3711857" cy="36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E" dirty="0">
                <a:solidFill>
                  <a:schemeClr val="tx2"/>
                </a:solidFill>
              </a:rPr>
              <a:t>Why </a:t>
            </a:r>
            <a:r>
              <a:rPr lang="en-IE" dirty="0" err="1">
                <a:solidFill>
                  <a:schemeClr val="tx2"/>
                </a:solidFill>
              </a:rPr>
              <a:t>VeriDegree</a:t>
            </a:r>
            <a:r>
              <a:rPr lang="en-IE" dirty="0">
                <a:solidFill>
                  <a:schemeClr val="tx2"/>
                </a:solidFill>
              </a:rPr>
              <a:t> Is Different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1DC24-FD84-B6F2-642D-A847300FBD2C}"/>
              </a:ext>
            </a:extLst>
          </p:cNvPr>
          <p:cNvSpPr txBox="1"/>
          <p:nvPr/>
        </p:nvSpPr>
        <p:spPr>
          <a:xfrm>
            <a:off x="860142" y="1045899"/>
            <a:ext cx="6662875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E" dirty="0">
                <a:solidFill>
                  <a:schemeClr val="bg1"/>
                </a:solidFill>
              </a:rPr>
              <a:t>Verification with only a wallet address (no PDFs, no database)</a:t>
            </a:r>
          </a:p>
          <a:p>
            <a:pPr>
              <a:lnSpc>
                <a:spcPct val="150000"/>
              </a:lnSpc>
            </a:pPr>
            <a:r>
              <a:rPr lang="en-IE" dirty="0">
                <a:solidFill>
                  <a:schemeClr val="bg1"/>
                </a:solidFill>
              </a:rPr>
              <a:t>True ownership via </a:t>
            </a:r>
            <a:r>
              <a:rPr lang="en-IE" dirty="0" err="1">
                <a:solidFill>
                  <a:schemeClr val="bg1"/>
                </a:solidFill>
              </a:rPr>
              <a:t>Soulbound</a:t>
            </a:r>
            <a:r>
              <a:rPr lang="en-IE" dirty="0">
                <a:solidFill>
                  <a:schemeClr val="bg1"/>
                </a:solidFill>
              </a:rPr>
              <a:t> NFTs</a:t>
            </a:r>
          </a:p>
          <a:p>
            <a:pPr>
              <a:lnSpc>
                <a:spcPct val="150000"/>
              </a:lnSpc>
            </a:pPr>
            <a:r>
              <a:rPr lang="en-IE" dirty="0">
                <a:solidFill>
                  <a:schemeClr val="bg1"/>
                </a:solidFill>
              </a:rPr>
              <a:t>End-to-end decentralization IPFS + Smart Contract + Web3</a:t>
            </a:r>
          </a:p>
          <a:p>
            <a:pPr>
              <a:lnSpc>
                <a:spcPct val="150000"/>
              </a:lnSpc>
            </a:pPr>
            <a:endParaRPr lang="en-I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066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>
            <a:spLocks noGrp="1"/>
          </p:cNvSpPr>
          <p:nvPr>
            <p:ph type="title"/>
          </p:nvPr>
        </p:nvSpPr>
        <p:spPr>
          <a:xfrm>
            <a:off x="929477" y="436183"/>
            <a:ext cx="3125072" cy="4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Any Questions?</a:t>
            </a:r>
            <a:endParaRPr dirty="0"/>
          </a:p>
        </p:txBody>
      </p:sp>
      <p:cxnSp>
        <p:nvCxnSpPr>
          <p:cNvPr id="260" name="Google Shape;260;p47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277</Words>
  <Application>Microsoft Office PowerPoint</Application>
  <PresentationFormat>On-screen Show (16:9)</PresentationFormat>
  <Paragraphs>72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Montserrat ExtraBold</vt:lpstr>
      <vt:lpstr>Futuristic Background by Slidesgo</vt:lpstr>
      <vt:lpstr>VeriDegree_Dapp Blockchain Credentials Project</vt:lpstr>
      <vt:lpstr>Main idea </vt:lpstr>
      <vt:lpstr>01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Eskandar Atrakchi</cp:lastModifiedBy>
  <cp:revision>11</cp:revision>
  <dcterms:modified xsi:type="dcterms:W3CDTF">2026-05-13T20:35:08Z</dcterms:modified>
</cp:coreProperties>
</file>